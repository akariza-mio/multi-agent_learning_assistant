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62" r:id="rId3"/>
    <p:sldId id="257" r:id="rId4"/>
    <p:sldId id="266" r:id="rId5"/>
    <p:sldId id="285" r:id="rId6"/>
    <p:sldId id="286" r:id="rId7"/>
    <p:sldId id="279" r:id="rId8"/>
    <p:sldId id="281" r:id="rId9"/>
    <p:sldId id="267" r:id="rId10"/>
    <p:sldId id="284" r:id="rId11"/>
    <p:sldId id="282" r:id="rId12"/>
    <p:sldId id="283" r:id="rId13"/>
    <p:sldId id="268" r:id="rId14"/>
    <p:sldId id="278" r:id="rId15"/>
    <p:sldId id="280" r:id="rId16"/>
    <p:sldId id="275" r:id="rId17"/>
    <p:sldId id="269" r:id="rId18"/>
    <p:sldId id="265" r:id="rId19"/>
    <p:sldId id="272" r:id="rId20"/>
    <p:sldId id="273" r:id="rId21"/>
    <p:sldId id="264" r:id="rId22"/>
    <p:sldId id="270" r:id="rId23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7129" userDrawn="1">
          <p15:clr>
            <a:srgbClr val="A4A3A4"/>
          </p15:clr>
        </p15:guide>
        <p15:guide id="5" orient="horz" pos="459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6674"/>
    <a:srgbClr val="C0F4F5"/>
    <a:srgbClr val="A0F2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3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572" y="604"/>
      </p:cViewPr>
      <p:guideLst>
        <p:guide orient="horz" pos="2160"/>
        <p:guide pos="3840"/>
        <p:guide pos="551"/>
        <p:guide pos="7129"/>
        <p:guide orient="horz" pos="459"/>
        <p:guide orient="horz" pos="38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47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旗黑-45S" panose="00020600040101010101" pitchFamily="18" charset="-122"/>
              <a:ea typeface="汉仪旗黑-45S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旗黑-45S" panose="00020600040101010101" pitchFamily="18" charset="-122"/>
              </a:rPr>
            </a:fld>
            <a:endParaRPr lang="zh-CN" altLang="en-US">
              <a:latin typeface="汉仪旗黑-45S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旗黑-45S" panose="00020600040101010101" pitchFamily="18" charset="-122"/>
              <a:ea typeface="汉仪旗黑-45S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旗黑-45S" panose="00020600040101010101" pitchFamily="18" charset="-122"/>
              </a:rPr>
            </a:fld>
            <a:endParaRPr lang="zh-CN" altLang="en-US">
              <a:latin typeface="汉仪旗黑-45S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旗黑-45S" panose="00020600040101010101" pitchFamily="18" charset="-122"/>
                <a:ea typeface="汉仪旗黑-45S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旗黑-45S" panose="00020600040101010101" pitchFamily="18" charset="-122"/>
                <a:ea typeface="汉仪旗黑-45S" panose="00020600040101010101" pitchFamily="18" charset="-122"/>
              </a:defRPr>
            </a:lvl1pPr>
          </a:lstStyle>
          <a:p>
            <a:fld id="{ADB92D41-454E-40B7-973F-BC244FF175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旗黑-45S" panose="00020600040101010101" pitchFamily="18" charset="-122"/>
                <a:ea typeface="汉仪旗黑-45S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旗黑-45S" panose="00020600040101010101" pitchFamily="18" charset="-122"/>
                <a:ea typeface="汉仪旗黑-45S" panose="00020600040101010101" pitchFamily="18" charset="-122"/>
              </a:defRPr>
            </a:lvl1pPr>
          </a:lstStyle>
          <a:p>
            <a:fld id="{1F9B3429-923F-4795-871A-C0380A7CEC4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旗黑-45S" panose="00020600040101010101" pitchFamily="18" charset="-122"/>
        <a:ea typeface="汉仪旗黑-45S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旗黑-45S" panose="00020600040101010101" pitchFamily="18" charset="-122"/>
        <a:ea typeface="汉仪旗黑-45S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旗黑-45S" panose="00020600040101010101" pitchFamily="18" charset="-122"/>
        <a:ea typeface="汉仪旗黑-45S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旗黑-45S" panose="00020600040101010101" pitchFamily="18" charset="-122"/>
        <a:ea typeface="汉仪旗黑-45S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旗黑-45S" panose="00020600040101010101" pitchFamily="18" charset="-122"/>
        <a:ea typeface="汉仪旗黑-45S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1395-EFED-4149-8217-256EC38E45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BEB5-FBFC-4C58-978A-B09454A3A9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1395-EFED-4149-8217-256EC38E45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BEB5-FBFC-4C58-978A-B09454A3A9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1395-EFED-4149-8217-256EC38E45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BEB5-FBFC-4C58-978A-B09454A3A9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1395-EFED-4149-8217-256EC38E45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BEB5-FBFC-4C58-978A-B09454A3A9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1395-EFED-4149-8217-256EC38E45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BEB5-FBFC-4C58-978A-B09454A3A9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1395-EFED-4149-8217-256EC38E45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BEB5-FBFC-4C58-978A-B09454A3A9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1395-EFED-4149-8217-256EC38E45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BEB5-FBFC-4C58-978A-B09454A3A9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1395-EFED-4149-8217-256EC38E45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BEB5-FBFC-4C58-978A-B09454A3A9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1395-EFED-4149-8217-256EC38E45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BEB5-FBFC-4C58-978A-B09454A3A9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1395-EFED-4149-8217-256EC38E45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BEB5-FBFC-4C58-978A-B09454A3A9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1395-EFED-4149-8217-256EC38E45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ABEB5-FBFC-4C58-978A-B09454A3A9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旗黑-45S" panose="00020600040101010101" pitchFamily="18" charset="-122"/>
                <a:ea typeface="汉仪旗黑-45S" panose="00020600040101010101" pitchFamily="18" charset="-122"/>
              </a:defRPr>
            </a:lvl1pPr>
          </a:lstStyle>
          <a:p>
            <a:fld id="{950B1395-EFED-4149-8217-256EC38E45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旗黑-45S" panose="00020600040101010101" pitchFamily="18" charset="-122"/>
                <a:ea typeface="汉仪旗黑-45S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旗黑-45S" panose="00020600040101010101" pitchFamily="18" charset="-122"/>
                <a:ea typeface="汉仪旗黑-45S" panose="00020600040101010101" pitchFamily="18" charset="-122"/>
              </a:defRPr>
            </a:lvl1pPr>
          </a:lstStyle>
          <a:p>
            <a:fld id="{9D2ABEB5-FBFC-4C58-978A-B09454A3A9C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汉仪旗黑-45S" panose="00020600040101010101" pitchFamily="18" charset="-122"/>
          <a:ea typeface="汉仪旗黑-45S" panose="00020600040101010101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汉仪旗黑-45S" panose="00020600040101010101" pitchFamily="18" charset="-122"/>
          <a:ea typeface="汉仪旗黑-45S" panose="00020600040101010101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汉仪旗黑-45S" panose="00020600040101010101" pitchFamily="18" charset="-122"/>
          <a:ea typeface="汉仪旗黑-45S" panose="00020600040101010101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汉仪旗黑-45S" panose="00020600040101010101" pitchFamily="18" charset="-122"/>
          <a:ea typeface="汉仪旗黑-45S" panose="00020600040101010101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汉仪旗黑-45S" panose="00020600040101010101" pitchFamily="18" charset="-122"/>
          <a:ea typeface="汉仪旗黑-45S" panose="00020600040101010101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汉仪旗黑-45S" panose="00020600040101010101" pitchFamily="18" charset="-122"/>
          <a:ea typeface="汉仪旗黑-45S" panose="00020600040101010101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8.xml"/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9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tags" Target="../tags/tag26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7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3" Type="http://schemas.openxmlformats.org/officeDocument/2006/relationships/tags" Target="../tags/tag28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3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4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5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jpeg"/><Relationship Id="rId3" Type="http://schemas.openxmlformats.org/officeDocument/2006/relationships/tags" Target="../tags/tag4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1137" y="5325937"/>
            <a:ext cx="4608975" cy="153632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17"/>
            <a:ext cx="3359187" cy="671837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374" y="0"/>
            <a:ext cx="7681626" cy="6858594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760516" y="5900030"/>
            <a:ext cx="8527418" cy="338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6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</a:rPr>
              <a:t>DIFFUSE LIGHT</a:t>
            </a:r>
            <a:endParaRPr lang="zh-CN" altLang="en-US" sz="16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</a:endParaRPr>
          </a:p>
        </p:txBody>
      </p:sp>
      <p:sp>
        <p:nvSpPr>
          <p:cNvPr id="15" name="文本框 2"/>
          <p:cNvSpPr txBox="1"/>
          <p:nvPr>
            <p:custDataLst>
              <p:tags r:id="rId4"/>
            </p:custDataLst>
          </p:nvPr>
        </p:nvSpPr>
        <p:spPr>
          <a:xfrm rot="5400000">
            <a:off x="8891561" y="2689590"/>
            <a:ext cx="5651441" cy="144655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lvl="0" algn="dist">
              <a:lnSpc>
                <a:spcPct val="100000"/>
              </a:lnSpc>
              <a:defRPr/>
            </a:pPr>
            <a:r>
              <a:rPr lang="en-US" sz="8800" b="0" noProof="0" dirty="0" smtClean="0">
                <a:ln>
                  <a:solidFill>
                    <a:srgbClr val="286674"/>
                  </a:solidFill>
                </a:ln>
                <a:noFill/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BUSINESS</a:t>
            </a:r>
            <a:endParaRPr kumimoji="0" lang="en-US" sz="8800" b="0" i="0" u="none" strike="noStrike" kern="1200" cap="none" spc="0" normalizeH="0" baseline="0" noProof="0" dirty="0">
              <a:ln>
                <a:solidFill>
                  <a:srgbClr val="286674"/>
                </a:solidFill>
              </a:ln>
              <a:noFill/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865088" y="731738"/>
            <a:ext cx="1470554" cy="202336"/>
          </a:xfrm>
          <a:custGeom>
            <a:avLst/>
            <a:gdLst>
              <a:gd name="connsiteX0" fmla="*/ 557632 w 1387298"/>
              <a:gd name="connsiteY0" fmla="*/ 41148 h 190881"/>
              <a:gd name="connsiteX1" fmla="*/ 557632 w 1387298"/>
              <a:gd name="connsiteY1" fmla="*/ 87554 h 190881"/>
              <a:gd name="connsiteX2" fmla="*/ 580949 w 1387298"/>
              <a:gd name="connsiteY2" fmla="*/ 87554 h 190881"/>
              <a:gd name="connsiteX3" fmla="*/ 590893 w 1387298"/>
              <a:gd name="connsiteY3" fmla="*/ 86068 h 190881"/>
              <a:gd name="connsiteX4" fmla="*/ 599580 w 1387298"/>
              <a:gd name="connsiteY4" fmla="*/ 81610 h 190881"/>
              <a:gd name="connsiteX5" fmla="*/ 605638 w 1387298"/>
              <a:gd name="connsiteY5" fmla="*/ 74295 h 190881"/>
              <a:gd name="connsiteX6" fmla="*/ 607924 w 1387298"/>
              <a:gd name="connsiteY6" fmla="*/ 64236 h 190881"/>
              <a:gd name="connsiteX7" fmla="*/ 605409 w 1387298"/>
              <a:gd name="connsiteY7" fmla="*/ 54178 h 190881"/>
              <a:gd name="connsiteX8" fmla="*/ 599008 w 1387298"/>
              <a:gd name="connsiteY8" fmla="*/ 46977 h 190881"/>
              <a:gd name="connsiteX9" fmla="*/ 590322 w 1387298"/>
              <a:gd name="connsiteY9" fmla="*/ 42634 h 190881"/>
              <a:gd name="connsiteX10" fmla="*/ 581178 w 1387298"/>
              <a:gd name="connsiteY10" fmla="*/ 41148 h 190881"/>
              <a:gd name="connsiteX11" fmla="*/ 1301573 w 1387298"/>
              <a:gd name="connsiteY11" fmla="*/ 39776 h 190881"/>
              <a:gd name="connsiteX12" fmla="*/ 1286257 w 1387298"/>
              <a:gd name="connsiteY12" fmla="*/ 43434 h 190881"/>
              <a:gd name="connsiteX13" fmla="*/ 1273341 w 1387298"/>
              <a:gd name="connsiteY13" fmla="*/ 54178 h 190881"/>
              <a:gd name="connsiteX14" fmla="*/ 1264426 w 1387298"/>
              <a:gd name="connsiteY14" fmla="*/ 71666 h 190881"/>
              <a:gd name="connsiteX15" fmla="*/ 1261111 w 1387298"/>
              <a:gd name="connsiteY15" fmla="*/ 95783 h 190881"/>
              <a:gd name="connsiteX16" fmla="*/ 1264426 w 1387298"/>
              <a:gd name="connsiteY16" fmla="*/ 119900 h 190881"/>
              <a:gd name="connsiteX17" fmla="*/ 1273341 w 1387298"/>
              <a:gd name="connsiteY17" fmla="*/ 137274 h 190881"/>
              <a:gd name="connsiteX18" fmla="*/ 1286257 w 1387298"/>
              <a:gd name="connsiteY18" fmla="*/ 147790 h 190881"/>
              <a:gd name="connsiteX19" fmla="*/ 1301573 w 1387298"/>
              <a:gd name="connsiteY19" fmla="*/ 151333 h 190881"/>
              <a:gd name="connsiteX20" fmla="*/ 1316661 w 1387298"/>
              <a:gd name="connsiteY20" fmla="*/ 147790 h 190881"/>
              <a:gd name="connsiteX21" fmla="*/ 1329463 w 1387298"/>
              <a:gd name="connsiteY21" fmla="*/ 137274 h 190881"/>
              <a:gd name="connsiteX22" fmla="*/ 1338264 w 1387298"/>
              <a:gd name="connsiteY22" fmla="*/ 119900 h 190881"/>
              <a:gd name="connsiteX23" fmla="*/ 1341578 w 1387298"/>
              <a:gd name="connsiteY23" fmla="*/ 95783 h 190881"/>
              <a:gd name="connsiteX24" fmla="*/ 1338264 w 1387298"/>
              <a:gd name="connsiteY24" fmla="*/ 71437 h 190881"/>
              <a:gd name="connsiteX25" fmla="*/ 1329463 w 1387298"/>
              <a:gd name="connsiteY25" fmla="*/ 53949 h 190881"/>
              <a:gd name="connsiteX26" fmla="*/ 1316775 w 1387298"/>
              <a:gd name="connsiteY26" fmla="*/ 43319 h 190881"/>
              <a:gd name="connsiteX27" fmla="*/ 1301573 w 1387298"/>
              <a:gd name="connsiteY27" fmla="*/ 39776 h 190881"/>
              <a:gd name="connsiteX28" fmla="*/ 958673 w 1387298"/>
              <a:gd name="connsiteY28" fmla="*/ 39776 h 190881"/>
              <a:gd name="connsiteX29" fmla="*/ 943357 w 1387298"/>
              <a:gd name="connsiteY29" fmla="*/ 43434 h 190881"/>
              <a:gd name="connsiteX30" fmla="*/ 930441 w 1387298"/>
              <a:gd name="connsiteY30" fmla="*/ 54178 h 190881"/>
              <a:gd name="connsiteX31" fmla="*/ 921526 w 1387298"/>
              <a:gd name="connsiteY31" fmla="*/ 71666 h 190881"/>
              <a:gd name="connsiteX32" fmla="*/ 918211 w 1387298"/>
              <a:gd name="connsiteY32" fmla="*/ 95783 h 190881"/>
              <a:gd name="connsiteX33" fmla="*/ 921526 w 1387298"/>
              <a:gd name="connsiteY33" fmla="*/ 119900 h 190881"/>
              <a:gd name="connsiteX34" fmla="*/ 930441 w 1387298"/>
              <a:gd name="connsiteY34" fmla="*/ 137274 h 190881"/>
              <a:gd name="connsiteX35" fmla="*/ 943357 w 1387298"/>
              <a:gd name="connsiteY35" fmla="*/ 147790 h 190881"/>
              <a:gd name="connsiteX36" fmla="*/ 958673 w 1387298"/>
              <a:gd name="connsiteY36" fmla="*/ 151333 h 190881"/>
              <a:gd name="connsiteX37" fmla="*/ 973761 w 1387298"/>
              <a:gd name="connsiteY37" fmla="*/ 147790 h 190881"/>
              <a:gd name="connsiteX38" fmla="*/ 986563 w 1387298"/>
              <a:gd name="connsiteY38" fmla="*/ 137274 h 190881"/>
              <a:gd name="connsiteX39" fmla="*/ 995364 w 1387298"/>
              <a:gd name="connsiteY39" fmla="*/ 119900 h 190881"/>
              <a:gd name="connsiteX40" fmla="*/ 998678 w 1387298"/>
              <a:gd name="connsiteY40" fmla="*/ 95783 h 190881"/>
              <a:gd name="connsiteX41" fmla="*/ 995364 w 1387298"/>
              <a:gd name="connsiteY41" fmla="*/ 71437 h 190881"/>
              <a:gd name="connsiteX42" fmla="*/ 986563 w 1387298"/>
              <a:gd name="connsiteY42" fmla="*/ 53949 h 190881"/>
              <a:gd name="connsiteX43" fmla="*/ 973875 w 1387298"/>
              <a:gd name="connsiteY43" fmla="*/ 43319 h 190881"/>
              <a:gd name="connsiteX44" fmla="*/ 958673 w 1387298"/>
              <a:gd name="connsiteY44" fmla="*/ 39776 h 190881"/>
              <a:gd name="connsiteX45" fmla="*/ 253823 w 1387298"/>
              <a:gd name="connsiteY45" fmla="*/ 39776 h 190881"/>
              <a:gd name="connsiteX46" fmla="*/ 238507 w 1387298"/>
              <a:gd name="connsiteY46" fmla="*/ 43434 h 190881"/>
              <a:gd name="connsiteX47" fmla="*/ 225591 w 1387298"/>
              <a:gd name="connsiteY47" fmla="*/ 54178 h 190881"/>
              <a:gd name="connsiteX48" fmla="*/ 216676 w 1387298"/>
              <a:gd name="connsiteY48" fmla="*/ 71666 h 190881"/>
              <a:gd name="connsiteX49" fmla="*/ 213361 w 1387298"/>
              <a:gd name="connsiteY49" fmla="*/ 95783 h 190881"/>
              <a:gd name="connsiteX50" fmla="*/ 216676 w 1387298"/>
              <a:gd name="connsiteY50" fmla="*/ 119900 h 190881"/>
              <a:gd name="connsiteX51" fmla="*/ 225591 w 1387298"/>
              <a:gd name="connsiteY51" fmla="*/ 137274 h 190881"/>
              <a:gd name="connsiteX52" fmla="*/ 238507 w 1387298"/>
              <a:gd name="connsiteY52" fmla="*/ 147790 h 190881"/>
              <a:gd name="connsiteX53" fmla="*/ 253823 w 1387298"/>
              <a:gd name="connsiteY53" fmla="*/ 151333 h 190881"/>
              <a:gd name="connsiteX54" fmla="*/ 268911 w 1387298"/>
              <a:gd name="connsiteY54" fmla="*/ 147790 h 190881"/>
              <a:gd name="connsiteX55" fmla="*/ 281713 w 1387298"/>
              <a:gd name="connsiteY55" fmla="*/ 137274 h 190881"/>
              <a:gd name="connsiteX56" fmla="*/ 290514 w 1387298"/>
              <a:gd name="connsiteY56" fmla="*/ 119900 h 190881"/>
              <a:gd name="connsiteX57" fmla="*/ 293828 w 1387298"/>
              <a:gd name="connsiteY57" fmla="*/ 95783 h 190881"/>
              <a:gd name="connsiteX58" fmla="*/ 290514 w 1387298"/>
              <a:gd name="connsiteY58" fmla="*/ 71437 h 190881"/>
              <a:gd name="connsiteX59" fmla="*/ 281713 w 1387298"/>
              <a:gd name="connsiteY59" fmla="*/ 53949 h 190881"/>
              <a:gd name="connsiteX60" fmla="*/ 269025 w 1387298"/>
              <a:gd name="connsiteY60" fmla="*/ 43319 h 190881"/>
              <a:gd name="connsiteX61" fmla="*/ 253823 w 1387298"/>
              <a:gd name="connsiteY61" fmla="*/ 39776 h 190881"/>
              <a:gd name="connsiteX62" fmla="*/ 749808 w 1387298"/>
              <a:gd name="connsiteY62" fmla="*/ 4572 h 190881"/>
              <a:gd name="connsiteX63" fmla="*/ 795528 w 1387298"/>
              <a:gd name="connsiteY63" fmla="*/ 4572 h 190881"/>
              <a:gd name="connsiteX64" fmla="*/ 795528 w 1387298"/>
              <a:gd name="connsiteY64" fmla="*/ 149733 h 190881"/>
              <a:gd name="connsiteX65" fmla="*/ 865480 w 1387298"/>
              <a:gd name="connsiteY65" fmla="*/ 149733 h 190881"/>
              <a:gd name="connsiteX66" fmla="*/ 865480 w 1387298"/>
              <a:gd name="connsiteY66" fmla="*/ 186309 h 190881"/>
              <a:gd name="connsiteX67" fmla="*/ 749808 w 1387298"/>
              <a:gd name="connsiteY67" fmla="*/ 186309 h 190881"/>
              <a:gd name="connsiteX68" fmla="*/ 511683 w 1387298"/>
              <a:gd name="connsiteY68" fmla="*/ 4572 h 190881"/>
              <a:gd name="connsiteX69" fmla="*/ 589636 w 1387298"/>
              <a:gd name="connsiteY69" fmla="*/ 4572 h 190881"/>
              <a:gd name="connsiteX70" fmla="*/ 615010 w 1387298"/>
              <a:gd name="connsiteY70" fmla="*/ 9029 h 190881"/>
              <a:gd name="connsiteX71" fmla="*/ 635241 w 1387298"/>
              <a:gd name="connsiteY71" fmla="*/ 21260 h 190881"/>
              <a:gd name="connsiteX72" fmla="*/ 648729 w 1387298"/>
              <a:gd name="connsiteY72" fmla="*/ 39662 h 190881"/>
              <a:gd name="connsiteX73" fmla="*/ 653644 w 1387298"/>
              <a:gd name="connsiteY73" fmla="*/ 62636 h 190881"/>
              <a:gd name="connsiteX74" fmla="*/ 651129 w 1387298"/>
              <a:gd name="connsiteY74" fmla="*/ 79324 h 190881"/>
              <a:gd name="connsiteX75" fmla="*/ 644157 w 1387298"/>
              <a:gd name="connsiteY75" fmla="*/ 93497 h 190881"/>
              <a:gd name="connsiteX76" fmla="*/ 633641 w 1387298"/>
              <a:gd name="connsiteY76" fmla="*/ 105041 h 190881"/>
              <a:gd name="connsiteX77" fmla="*/ 620725 w 1387298"/>
              <a:gd name="connsiteY77" fmla="*/ 113843 h 190881"/>
              <a:gd name="connsiteX78" fmla="*/ 643242 w 1387298"/>
              <a:gd name="connsiteY78" fmla="*/ 150647 h 190881"/>
              <a:gd name="connsiteX79" fmla="*/ 668731 w 1387298"/>
              <a:gd name="connsiteY79" fmla="*/ 186309 h 190881"/>
              <a:gd name="connsiteX80" fmla="*/ 612724 w 1387298"/>
              <a:gd name="connsiteY80" fmla="*/ 186309 h 190881"/>
              <a:gd name="connsiteX81" fmla="*/ 594894 w 1387298"/>
              <a:gd name="connsiteY81" fmla="*/ 157848 h 190881"/>
              <a:gd name="connsiteX82" fmla="*/ 577291 w 1387298"/>
              <a:gd name="connsiteY82" fmla="*/ 120472 h 190881"/>
              <a:gd name="connsiteX83" fmla="*/ 557632 w 1387298"/>
              <a:gd name="connsiteY83" fmla="*/ 120472 h 190881"/>
              <a:gd name="connsiteX84" fmla="*/ 557632 w 1387298"/>
              <a:gd name="connsiteY84" fmla="*/ 186309 h 190881"/>
              <a:gd name="connsiteX85" fmla="*/ 511683 w 1387298"/>
              <a:gd name="connsiteY85" fmla="*/ 186309 h 190881"/>
              <a:gd name="connsiteX86" fmla="*/ 349759 w 1387298"/>
              <a:gd name="connsiteY86" fmla="*/ 4572 h 190881"/>
              <a:gd name="connsiteX87" fmla="*/ 395479 w 1387298"/>
              <a:gd name="connsiteY87" fmla="*/ 4572 h 190881"/>
              <a:gd name="connsiteX88" fmla="*/ 395479 w 1387298"/>
              <a:gd name="connsiteY88" fmla="*/ 124815 h 190881"/>
              <a:gd name="connsiteX89" fmla="*/ 397994 w 1387298"/>
              <a:gd name="connsiteY89" fmla="*/ 137846 h 190881"/>
              <a:gd name="connsiteX90" fmla="*/ 404509 w 1387298"/>
              <a:gd name="connsiteY90" fmla="*/ 146990 h 190881"/>
              <a:gd name="connsiteX91" fmla="*/ 413539 w 1387298"/>
              <a:gd name="connsiteY91" fmla="*/ 152476 h 190881"/>
              <a:gd name="connsiteX92" fmla="*/ 423826 w 1387298"/>
              <a:gd name="connsiteY92" fmla="*/ 154305 h 190881"/>
              <a:gd name="connsiteX93" fmla="*/ 434113 w 1387298"/>
              <a:gd name="connsiteY93" fmla="*/ 152476 h 190881"/>
              <a:gd name="connsiteX94" fmla="*/ 443142 w 1387298"/>
              <a:gd name="connsiteY94" fmla="*/ 146990 h 190881"/>
              <a:gd name="connsiteX95" fmla="*/ 449543 w 1387298"/>
              <a:gd name="connsiteY95" fmla="*/ 137846 h 190881"/>
              <a:gd name="connsiteX96" fmla="*/ 451943 w 1387298"/>
              <a:gd name="connsiteY96" fmla="*/ 124815 h 190881"/>
              <a:gd name="connsiteX97" fmla="*/ 451943 w 1387298"/>
              <a:gd name="connsiteY97" fmla="*/ 4572 h 190881"/>
              <a:gd name="connsiteX98" fmla="*/ 497892 w 1387298"/>
              <a:gd name="connsiteY98" fmla="*/ 4572 h 190881"/>
              <a:gd name="connsiteX99" fmla="*/ 497892 w 1387298"/>
              <a:gd name="connsiteY99" fmla="*/ 122529 h 190881"/>
              <a:gd name="connsiteX100" fmla="*/ 479032 w 1387298"/>
              <a:gd name="connsiteY100" fmla="*/ 173507 h 190881"/>
              <a:gd name="connsiteX101" fmla="*/ 423826 w 1387298"/>
              <a:gd name="connsiteY101" fmla="*/ 190881 h 190881"/>
              <a:gd name="connsiteX102" fmla="*/ 368619 w 1387298"/>
              <a:gd name="connsiteY102" fmla="*/ 173507 h 190881"/>
              <a:gd name="connsiteX103" fmla="*/ 349759 w 1387298"/>
              <a:gd name="connsiteY103" fmla="*/ 122529 h 190881"/>
              <a:gd name="connsiteX104" fmla="*/ 0 w 1387298"/>
              <a:gd name="connsiteY104" fmla="*/ 4572 h 190881"/>
              <a:gd name="connsiteX105" fmla="*/ 48921 w 1387298"/>
              <a:gd name="connsiteY105" fmla="*/ 4572 h 190881"/>
              <a:gd name="connsiteX106" fmla="*/ 80925 w 1387298"/>
              <a:gd name="connsiteY106" fmla="*/ 89154 h 190881"/>
              <a:gd name="connsiteX107" fmla="*/ 113843 w 1387298"/>
              <a:gd name="connsiteY107" fmla="*/ 4572 h 190881"/>
              <a:gd name="connsiteX108" fmla="*/ 160706 w 1387298"/>
              <a:gd name="connsiteY108" fmla="*/ 4572 h 190881"/>
              <a:gd name="connsiteX109" fmla="*/ 103785 w 1387298"/>
              <a:gd name="connsiteY109" fmla="*/ 120015 h 190881"/>
              <a:gd name="connsiteX110" fmla="*/ 103785 w 1387298"/>
              <a:gd name="connsiteY110" fmla="*/ 186309 h 190881"/>
              <a:gd name="connsiteX111" fmla="*/ 58065 w 1387298"/>
              <a:gd name="connsiteY111" fmla="*/ 186309 h 190881"/>
              <a:gd name="connsiteX112" fmla="*/ 58065 w 1387298"/>
              <a:gd name="connsiteY112" fmla="*/ 119558 h 190881"/>
              <a:gd name="connsiteX113" fmla="*/ 1301573 w 1387298"/>
              <a:gd name="connsiteY113" fmla="*/ 0 h 190881"/>
              <a:gd name="connsiteX114" fmla="*/ 1335292 w 1387298"/>
              <a:gd name="connsiteY114" fmla="*/ 6743 h 190881"/>
              <a:gd name="connsiteX115" fmla="*/ 1362495 w 1387298"/>
              <a:gd name="connsiteY115" fmla="*/ 25946 h 190881"/>
              <a:gd name="connsiteX116" fmla="*/ 1380669 w 1387298"/>
              <a:gd name="connsiteY116" fmla="*/ 56121 h 190881"/>
              <a:gd name="connsiteX117" fmla="*/ 1387298 w 1387298"/>
              <a:gd name="connsiteY117" fmla="*/ 95783 h 190881"/>
              <a:gd name="connsiteX118" fmla="*/ 1380669 w 1387298"/>
              <a:gd name="connsiteY118" fmla="*/ 135331 h 190881"/>
              <a:gd name="connsiteX119" fmla="*/ 1362495 w 1387298"/>
              <a:gd name="connsiteY119" fmla="*/ 165278 h 190881"/>
              <a:gd name="connsiteX120" fmla="*/ 1335292 w 1387298"/>
              <a:gd name="connsiteY120" fmla="*/ 184251 h 190881"/>
              <a:gd name="connsiteX121" fmla="*/ 1301573 w 1387298"/>
              <a:gd name="connsiteY121" fmla="*/ 190881 h 190881"/>
              <a:gd name="connsiteX122" fmla="*/ 1267855 w 1387298"/>
              <a:gd name="connsiteY122" fmla="*/ 184251 h 190881"/>
              <a:gd name="connsiteX123" fmla="*/ 1240537 w 1387298"/>
              <a:gd name="connsiteY123" fmla="*/ 165278 h 190881"/>
              <a:gd name="connsiteX124" fmla="*/ 1222135 w 1387298"/>
              <a:gd name="connsiteY124" fmla="*/ 135331 h 190881"/>
              <a:gd name="connsiteX125" fmla="*/ 1215391 w 1387298"/>
              <a:gd name="connsiteY125" fmla="*/ 95783 h 190881"/>
              <a:gd name="connsiteX126" fmla="*/ 1222249 w 1387298"/>
              <a:gd name="connsiteY126" fmla="*/ 56121 h 190881"/>
              <a:gd name="connsiteX127" fmla="*/ 1240994 w 1387298"/>
              <a:gd name="connsiteY127" fmla="*/ 25946 h 190881"/>
              <a:gd name="connsiteX128" fmla="*/ 1268426 w 1387298"/>
              <a:gd name="connsiteY128" fmla="*/ 6743 h 190881"/>
              <a:gd name="connsiteX129" fmla="*/ 1301573 w 1387298"/>
              <a:gd name="connsiteY129" fmla="*/ 0 h 190881"/>
              <a:gd name="connsiteX130" fmla="*/ 1144221 w 1387298"/>
              <a:gd name="connsiteY130" fmla="*/ 0 h 190881"/>
              <a:gd name="connsiteX131" fmla="*/ 1173596 w 1387298"/>
              <a:gd name="connsiteY131" fmla="*/ 2629 h 190881"/>
              <a:gd name="connsiteX132" fmla="*/ 1197027 w 1387298"/>
              <a:gd name="connsiteY132" fmla="*/ 8915 h 190881"/>
              <a:gd name="connsiteX133" fmla="*/ 1195884 w 1387298"/>
              <a:gd name="connsiteY133" fmla="*/ 44577 h 190881"/>
              <a:gd name="connsiteX134" fmla="*/ 1176796 w 1387298"/>
              <a:gd name="connsiteY134" fmla="*/ 38976 h 190881"/>
              <a:gd name="connsiteX135" fmla="*/ 1150850 w 1387298"/>
              <a:gd name="connsiteY135" fmla="*/ 36576 h 190881"/>
              <a:gd name="connsiteX136" fmla="*/ 1131190 w 1387298"/>
              <a:gd name="connsiteY136" fmla="*/ 40348 h 190881"/>
              <a:gd name="connsiteX137" fmla="*/ 1114731 w 1387298"/>
              <a:gd name="connsiteY137" fmla="*/ 51549 h 190881"/>
              <a:gd name="connsiteX138" fmla="*/ 1103415 w 1387298"/>
              <a:gd name="connsiteY138" fmla="*/ 70066 h 190881"/>
              <a:gd name="connsiteX139" fmla="*/ 1099186 w 1387298"/>
              <a:gd name="connsiteY139" fmla="*/ 95783 h 190881"/>
              <a:gd name="connsiteX140" fmla="*/ 1103072 w 1387298"/>
              <a:gd name="connsiteY140" fmla="*/ 121729 h 190881"/>
              <a:gd name="connsiteX141" fmla="*/ 1113588 w 1387298"/>
              <a:gd name="connsiteY141" fmla="*/ 140017 h 190881"/>
              <a:gd name="connsiteX142" fmla="*/ 1128790 w 1387298"/>
              <a:gd name="connsiteY142" fmla="*/ 150761 h 190881"/>
              <a:gd name="connsiteX143" fmla="*/ 1146735 w 1387298"/>
              <a:gd name="connsiteY143" fmla="*/ 154305 h 190881"/>
              <a:gd name="connsiteX144" fmla="*/ 1154850 w 1387298"/>
              <a:gd name="connsiteY144" fmla="*/ 153962 h 190881"/>
              <a:gd name="connsiteX145" fmla="*/ 1161823 w 1387298"/>
              <a:gd name="connsiteY145" fmla="*/ 152933 h 190881"/>
              <a:gd name="connsiteX146" fmla="*/ 1161823 w 1387298"/>
              <a:gd name="connsiteY146" fmla="*/ 115671 h 190881"/>
              <a:gd name="connsiteX147" fmla="*/ 1145135 w 1387298"/>
              <a:gd name="connsiteY147" fmla="*/ 115671 h 190881"/>
              <a:gd name="connsiteX148" fmla="*/ 1145135 w 1387298"/>
              <a:gd name="connsiteY148" fmla="*/ 81153 h 190881"/>
              <a:gd name="connsiteX149" fmla="*/ 1206857 w 1387298"/>
              <a:gd name="connsiteY149" fmla="*/ 81153 h 190881"/>
              <a:gd name="connsiteX150" fmla="*/ 1206857 w 1387298"/>
              <a:gd name="connsiteY150" fmla="*/ 172364 h 190881"/>
              <a:gd name="connsiteX151" fmla="*/ 1179082 w 1387298"/>
              <a:gd name="connsiteY151" fmla="*/ 185852 h 190881"/>
              <a:gd name="connsiteX152" fmla="*/ 1143535 w 1387298"/>
              <a:gd name="connsiteY152" fmla="*/ 190881 h 190881"/>
              <a:gd name="connsiteX153" fmla="*/ 1108216 w 1387298"/>
              <a:gd name="connsiteY153" fmla="*/ 184480 h 190881"/>
              <a:gd name="connsiteX154" fmla="*/ 1079641 w 1387298"/>
              <a:gd name="connsiteY154" fmla="*/ 165963 h 190881"/>
              <a:gd name="connsiteX155" fmla="*/ 1060438 w 1387298"/>
              <a:gd name="connsiteY155" fmla="*/ 136131 h 190881"/>
              <a:gd name="connsiteX156" fmla="*/ 1053466 w 1387298"/>
              <a:gd name="connsiteY156" fmla="*/ 95783 h 190881"/>
              <a:gd name="connsiteX157" fmla="*/ 1059981 w 1387298"/>
              <a:gd name="connsiteY157" fmla="*/ 57150 h 190881"/>
              <a:gd name="connsiteX158" fmla="*/ 1078384 w 1387298"/>
              <a:gd name="connsiteY158" fmla="*/ 26860 h 190881"/>
              <a:gd name="connsiteX159" fmla="*/ 1107073 w 1387298"/>
              <a:gd name="connsiteY159" fmla="*/ 7086 h 190881"/>
              <a:gd name="connsiteX160" fmla="*/ 1144221 w 1387298"/>
              <a:gd name="connsiteY160" fmla="*/ 0 h 190881"/>
              <a:gd name="connsiteX161" fmla="*/ 958673 w 1387298"/>
              <a:gd name="connsiteY161" fmla="*/ 0 h 190881"/>
              <a:gd name="connsiteX162" fmla="*/ 992392 w 1387298"/>
              <a:gd name="connsiteY162" fmla="*/ 6743 h 190881"/>
              <a:gd name="connsiteX163" fmla="*/ 1019595 w 1387298"/>
              <a:gd name="connsiteY163" fmla="*/ 25946 h 190881"/>
              <a:gd name="connsiteX164" fmla="*/ 1037769 w 1387298"/>
              <a:gd name="connsiteY164" fmla="*/ 56121 h 190881"/>
              <a:gd name="connsiteX165" fmla="*/ 1044398 w 1387298"/>
              <a:gd name="connsiteY165" fmla="*/ 95783 h 190881"/>
              <a:gd name="connsiteX166" fmla="*/ 1037769 w 1387298"/>
              <a:gd name="connsiteY166" fmla="*/ 135331 h 190881"/>
              <a:gd name="connsiteX167" fmla="*/ 1019595 w 1387298"/>
              <a:gd name="connsiteY167" fmla="*/ 165278 h 190881"/>
              <a:gd name="connsiteX168" fmla="*/ 992392 w 1387298"/>
              <a:gd name="connsiteY168" fmla="*/ 184251 h 190881"/>
              <a:gd name="connsiteX169" fmla="*/ 958673 w 1387298"/>
              <a:gd name="connsiteY169" fmla="*/ 190881 h 190881"/>
              <a:gd name="connsiteX170" fmla="*/ 924955 w 1387298"/>
              <a:gd name="connsiteY170" fmla="*/ 184251 h 190881"/>
              <a:gd name="connsiteX171" fmla="*/ 897637 w 1387298"/>
              <a:gd name="connsiteY171" fmla="*/ 165278 h 190881"/>
              <a:gd name="connsiteX172" fmla="*/ 879235 w 1387298"/>
              <a:gd name="connsiteY172" fmla="*/ 135331 h 190881"/>
              <a:gd name="connsiteX173" fmla="*/ 872491 w 1387298"/>
              <a:gd name="connsiteY173" fmla="*/ 95783 h 190881"/>
              <a:gd name="connsiteX174" fmla="*/ 879349 w 1387298"/>
              <a:gd name="connsiteY174" fmla="*/ 56121 h 190881"/>
              <a:gd name="connsiteX175" fmla="*/ 898094 w 1387298"/>
              <a:gd name="connsiteY175" fmla="*/ 25946 h 190881"/>
              <a:gd name="connsiteX176" fmla="*/ 925526 w 1387298"/>
              <a:gd name="connsiteY176" fmla="*/ 6743 h 190881"/>
              <a:gd name="connsiteX177" fmla="*/ 958673 w 1387298"/>
              <a:gd name="connsiteY177" fmla="*/ 0 h 190881"/>
              <a:gd name="connsiteX178" fmla="*/ 253823 w 1387298"/>
              <a:gd name="connsiteY178" fmla="*/ 0 h 190881"/>
              <a:gd name="connsiteX179" fmla="*/ 287542 w 1387298"/>
              <a:gd name="connsiteY179" fmla="*/ 6743 h 190881"/>
              <a:gd name="connsiteX180" fmla="*/ 314745 w 1387298"/>
              <a:gd name="connsiteY180" fmla="*/ 25946 h 190881"/>
              <a:gd name="connsiteX181" fmla="*/ 332919 w 1387298"/>
              <a:gd name="connsiteY181" fmla="*/ 56121 h 190881"/>
              <a:gd name="connsiteX182" fmla="*/ 339548 w 1387298"/>
              <a:gd name="connsiteY182" fmla="*/ 95783 h 190881"/>
              <a:gd name="connsiteX183" fmla="*/ 332919 w 1387298"/>
              <a:gd name="connsiteY183" fmla="*/ 135331 h 190881"/>
              <a:gd name="connsiteX184" fmla="*/ 314745 w 1387298"/>
              <a:gd name="connsiteY184" fmla="*/ 165278 h 190881"/>
              <a:gd name="connsiteX185" fmla="*/ 287542 w 1387298"/>
              <a:gd name="connsiteY185" fmla="*/ 184251 h 190881"/>
              <a:gd name="connsiteX186" fmla="*/ 253823 w 1387298"/>
              <a:gd name="connsiteY186" fmla="*/ 190881 h 190881"/>
              <a:gd name="connsiteX187" fmla="*/ 220105 w 1387298"/>
              <a:gd name="connsiteY187" fmla="*/ 184251 h 190881"/>
              <a:gd name="connsiteX188" fmla="*/ 192787 w 1387298"/>
              <a:gd name="connsiteY188" fmla="*/ 165278 h 190881"/>
              <a:gd name="connsiteX189" fmla="*/ 174385 w 1387298"/>
              <a:gd name="connsiteY189" fmla="*/ 135331 h 190881"/>
              <a:gd name="connsiteX190" fmla="*/ 167641 w 1387298"/>
              <a:gd name="connsiteY190" fmla="*/ 95783 h 190881"/>
              <a:gd name="connsiteX191" fmla="*/ 174499 w 1387298"/>
              <a:gd name="connsiteY191" fmla="*/ 56121 h 190881"/>
              <a:gd name="connsiteX192" fmla="*/ 193244 w 1387298"/>
              <a:gd name="connsiteY192" fmla="*/ 25946 h 190881"/>
              <a:gd name="connsiteX193" fmla="*/ 220676 w 1387298"/>
              <a:gd name="connsiteY193" fmla="*/ 6743 h 190881"/>
              <a:gd name="connsiteX194" fmla="*/ 253823 w 1387298"/>
              <a:gd name="connsiteY194" fmla="*/ 0 h 19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387298" h="190881">
                <a:moveTo>
                  <a:pt x="557632" y="41148"/>
                </a:moveTo>
                <a:lnTo>
                  <a:pt x="557632" y="87554"/>
                </a:lnTo>
                <a:lnTo>
                  <a:pt x="580949" y="87554"/>
                </a:lnTo>
                <a:cubicBezTo>
                  <a:pt x="584302" y="87554"/>
                  <a:pt x="587616" y="87058"/>
                  <a:pt x="590893" y="86068"/>
                </a:cubicBezTo>
                <a:cubicBezTo>
                  <a:pt x="594170" y="85077"/>
                  <a:pt x="597065" y="83591"/>
                  <a:pt x="599580" y="81610"/>
                </a:cubicBezTo>
                <a:cubicBezTo>
                  <a:pt x="602094" y="79629"/>
                  <a:pt x="604114" y="77190"/>
                  <a:pt x="605638" y="74295"/>
                </a:cubicBezTo>
                <a:cubicBezTo>
                  <a:pt x="607162" y="71399"/>
                  <a:pt x="607924" y="68046"/>
                  <a:pt x="607924" y="64236"/>
                </a:cubicBezTo>
                <a:cubicBezTo>
                  <a:pt x="607924" y="60426"/>
                  <a:pt x="607086" y="57074"/>
                  <a:pt x="605409" y="54178"/>
                </a:cubicBezTo>
                <a:cubicBezTo>
                  <a:pt x="603733" y="51282"/>
                  <a:pt x="601599" y="48882"/>
                  <a:pt x="599008" y="46977"/>
                </a:cubicBezTo>
                <a:cubicBezTo>
                  <a:pt x="596418" y="45072"/>
                  <a:pt x="593522" y="43624"/>
                  <a:pt x="590322" y="42634"/>
                </a:cubicBezTo>
                <a:cubicBezTo>
                  <a:pt x="587121" y="41643"/>
                  <a:pt x="584073" y="41148"/>
                  <a:pt x="581178" y="41148"/>
                </a:cubicBezTo>
                <a:close/>
                <a:moveTo>
                  <a:pt x="1301573" y="39776"/>
                </a:moveTo>
                <a:cubicBezTo>
                  <a:pt x="1296239" y="39776"/>
                  <a:pt x="1291134" y="40995"/>
                  <a:pt x="1286257" y="43434"/>
                </a:cubicBezTo>
                <a:cubicBezTo>
                  <a:pt x="1281380" y="45872"/>
                  <a:pt x="1277075" y="49454"/>
                  <a:pt x="1273341" y="54178"/>
                </a:cubicBezTo>
                <a:cubicBezTo>
                  <a:pt x="1269608" y="58902"/>
                  <a:pt x="1266636" y="64732"/>
                  <a:pt x="1264426" y="71666"/>
                </a:cubicBezTo>
                <a:cubicBezTo>
                  <a:pt x="1262216" y="78600"/>
                  <a:pt x="1261111" y="86639"/>
                  <a:pt x="1261111" y="95783"/>
                </a:cubicBezTo>
                <a:cubicBezTo>
                  <a:pt x="1261111" y="104927"/>
                  <a:pt x="1262216" y="112966"/>
                  <a:pt x="1264426" y="119900"/>
                </a:cubicBezTo>
                <a:cubicBezTo>
                  <a:pt x="1266636" y="126835"/>
                  <a:pt x="1269608" y="132626"/>
                  <a:pt x="1273341" y="137274"/>
                </a:cubicBezTo>
                <a:cubicBezTo>
                  <a:pt x="1277075" y="141922"/>
                  <a:pt x="1281380" y="145427"/>
                  <a:pt x="1286257" y="147790"/>
                </a:cubicBezTo>
                <a:cubicBezTo>
                  <a:pt x="1291134" y="150152"/>
                  <a:pt x="1296239" y="151333"/>
                  <a:pt x="1301573" y="151333"/>
                </a:cubicBezTo>
                <a:cubicBezTo>
                  <a:pt x="1306755" y="151333"/>
                  <a:pt x="1311784" y="150152"/>
                  <a:pt x="1316661" y="147790"/>
                </a:cubicBezTo>
                <a:cubicBezTo>
                  <a:pt x="1321538" y="145427"/>
                  <a:pt x="1325805" y="141922"/>
                  <a:pt x="1329463" y="137274"/>
                </a:cubicBezTo>
                <a:cubicBezTo>
                  <a:pt x="1333120" y="132626"/>
                  <a:pt x="1336054" y="126835"/>
                  <a:pt x="1338264" y="119900"/>
                </a:cubicBezTo>
                <a:cubicBezTo>
                  <a:pt x="1340474" y="112966"/>
                  <a:pt x="1341578" y="104927"/>
                  <a:pt x="1341578" y="95783"/>
                </a:cubicBezTo>
                <a:cubicBezTo>
                  <a:pt x="1341578" y="86487"/>
                  <a:pt x="1340474" y="78371"/>
                  <a:pt x="1338264" y="71437"/>
                </a:cubicBezTo>
                <a:cubicBezTo>
                  <a:pt x="1336054" y="64503"/>
                  <a:pt x="1333120" y="58674"/>
                  <a:pt x="1329463" y="53949"/>
                </a:cubicBezTo>
                <a:cubicBezTo>
                  <a:pt x="1325805" y="49225"/>
                  <a:pt x="1321576" y="45682"/>
                  <a:pt x="1316775" y="43319"/>
                </a:cubicBezTo>
                <a:cubicBezTo>
                  <a:pt x="1311975" y="40957"/>
                  <a:pt x="1306907" y="39776"/>
                  <a:pt x="1301573" y="39776"/>
                </a:cubicBezTo>
                <a:close/>
                <a:moveTo>
                  <a:pt x="958673" y="39776"/>
                </a:moveTo>
                <a:cubicBezTo>
                  <a:pt x="953339" y="39776"/>
                  <a:pt x="948234" y="40995"/>
                  <a:pt x="943357" y="43434"/>
                </a:cubicBezTo>
                <a:cubicBezTo>
                  <a:pt x="938480" y="45872"/>
                  <a:pt x="934175" y="49454"/>
                  <a:pt x="930441" y="54178"/>
                </a:cubicBezTo>
                <a:cubicBezTo>
                  <a:pt x="926707" y="58902"/>
                  <a:pt x="923736" y="64732"/>
                  <a:pt x="921526" y="71666"/>
                </a:cubicBezTo>
                <a:cubicBezTo>
                  <a:pt x="919316" y="78600"/>
                  <a:pt x="918211" y="86639"/>
                  <a:pt x="918211" y="95783"/>
                </a:cubicBezTo>
                <a:cubicBezTo>
                  <a:pt x="918211" y="104927"/>
                  <a:pt x="919316" y="112966"/>
                  <a:pt x="921526" y="119900"/>
                </a:cubicBezTo>
                <a:cubicBezTo>
                  <a:pt x="923736" y="126835"/>
                  <a:pt x="926707" y="132626"/>
                  <a:pt x="930441" y="137274"/>
                </a:cubicBezTo>
                <a:cubicBezTo>
                  <a:pt x="934175" y="141922"/>
                  <a:pt x="938480" y="145427"/>
                  <a:pt x="943357" y="147790"/>
                </a:cubicBezTo>
                <a:cubicBezTo>
                  <a:pt x="948234" y="150152"/>
                  <a:pt x="953339" y="151333"/>
                  <a:pt x="958673" y="151333"/>
                </a:cubicBezTo>
                <a:cubicBezTo>
                  <a:pt x="963855" y="151333"/>
                  <a:pt x="968884" y="150152"/>
                  <a:pt x="973761" y="147790"/>
                </a:cubicBezTo>
                <a:cubicBezTo>
                  <a:pt x="978638" y="145427"/>
                  <a:pt x="982905" y="141922"/>
                  <a:pt x="986563" y="137274"/>
                </a:cubicBezTo>
                <a:cubicBezTo>
                  <a:pt x="990220" y="132626"/>
                  <a:pt x="993154" y="126835"/>
                  <a:pt x="995364" y="119900"/>
                </a:cubicBezTo>
                <a:cubicBezTo>
                  <a:pt x="997573" y="112966"/>
                  <a:pt x="998678" y="104927"/>
                  <a:pt x="998678" y="95783"/>
                </a:cubicBezTo>
                <a:cubicBezTo>
                  <a:pt x="998678" y="86487"/>
                  <a:pt x="997573" y="78371"/>
                  <a:pt x="995364" y="71437"/>
                </a:cubicBezTo>
                <a:cubicBezTo>
                  <a:pt x="993154" y="64503"/>
                  <a:pt x="990220" y="58674"/>
                  <a:pt x="986563" y="53949"/>
                </a:cubicBezTo>
                <a:cubicBezTo>
                  <a:pt x="982905" y="49225"/>
                  <a:pt x="978676" y="45682"/>
                  <a:pt x="973875" y="43319"/>
                </a:cubicBezTo>
                <a:cubicBezTo>
                  <a:pt x="969075" y="40957"/>
                  <a:pt x="964007" y="39776"/>
                  <a:pt x="958673" y="39776"/>
                </a:cubicBezTo>
                <a:close/>
                <a:moveTo>
                  <a:pt x="253823" y="39776"/>
                </a:moveTo>
                <a:cubicBezTo>
                  <a:pt x="248489" y="39776"/>
                  <a:pt x="243384" y="40995"/>
                  <a:pt x="238507" y="43434"/>
                </a:cubicBezTo>
                <a:cubicBezTo>
                  <a:pt x="233630" y="45872"/>
                  <a:pt x="229325" y="49454"/>
                  <a:pt x="225591" y="54178"/>
                </a:cubicBezTo>
                <a:cubicBezTo>
                  <a:pt x="221857" y="58902"/>
                  <a:pt x="218886" y="64732"/>
                  <a:pt x="216676" y="71666"/>
                </a:cubicBezTo>
                <a:cubicBezTo>
                  <a:pt x="214466" y="78600"/>
                  <a:pt x="213361" y="86639"/>
                  <a:pt x="213361" y="95783"/>
                </a:cubicBezTo>
                <a:cubicBezTo>
                  <a:pt x="213361" y="104927"/>
                  <a:pt x="214466" y="112966"/>
                  <a:pt x="216676" y="119900"/>
                </a:cubicBezTo>
                <a:cubicBezTo>
                  <a:pt x="218886" y="126835"/>
                  <a:pt x="221857" y="132626"/>
                  <a:pt x="225591" y="137274"/>
                </a:cubicBezTo>
                <a:cubicBezTo>
                  <a:pt x="229325" y="141922"/>
                  <a:pt x="233630" y="145427"/>
                  <a:pt x="238507" y="147790"/>
                </a:cubicBezTo>
                <a:cubicBezTo>
                  <a:pt x="243384" y="150152"/>
                  <a:pt x="248489" y="151333"/>
                  <a:pt x="253823" y="151333"/>
                </a:cubicBezTo>
                <a:cubicBezTo>
                  <a:pt x="259005" y="151333"/>
                  <a:pt x="264034" y="150152"/>
                  <a:pt x="268911" y="147790"/>
                </a:cubicBezTo>
                <a:cubicBezTo>
                  <a:pt x="273788" y="145427"/>
                  <a:pt x="278055" y="141922"/>
                  <a:pt x="281713" y="137274"/>
                </a:cubicBezTo>
                <a:cubicBezTo>
                  <a:pt x="285370" y="132626"/>
                  <a:pt x="288304" y="126835"/>
                  <a:pt x="290514" y="119900"/>
                </a:cubicBezTo>
                <a:cubicBezTo>
                  <a:pt x="292723" y="112966"/>
                  <a:pt x="293828" y="104927"/>
                  <a:pt x="293828" y="95783"/>
                </a:cubicBezTo>
                <a:cubicBezTo>
                  <a:pt x="293828" y="86487"/>
                  <a:pt x="292723" y="78371"/>
                  <a:pt x="290514" y="71437"/>
                </a:cubicBezTo>
                <a:cubicBezTo>
                  <a:pt x="288304" y="64503"/>
                  <a:pt x="285370" y="58674"/>
                  <a:pt x="281713" y="53949"/>
                </a:cubicBezTo>
                <a:cubicBezTo>
                  <a:pt x="278055" y="49225"/>
                  <a:pt x="273826" y="45682"/>
                  <a:pt x="269025" y="43319"/>
                </a:cubicBezTo>
                <a:cubicBezTo>
                  <a:pt x="264225" y="40957"/>
                  <a:pt x="259157" y="39776"/>
                  <a:pt x="253823" y="39776"/>
                </a:cubicBezTo>
                <a:close/>
                <a:moveTo>
                  <a:pt x="749808" y="4572"/>
                </a:moveTo>
                <a:lnTo>
                  <a:pt x="795528" y="4572"/>
                </a:lnTo>
                <a:lnTo>
                  <a:pt x="795528" y="149733"/>
                </a:lnTo>
                <a:lnTo>
                  <a:pt x="865480" y="149733"/>
                </a:lnTo>
                <a:lnTo>
                  <a:pt x="865480" y="186309"/>
                </a:lnTo>
                <a:lnTo>
                  <a:pt x="749808" y="186309"/>
                </a:lnTo>
                <a:close/>
                <a:moveTo>
                  <a:pt x="511683" y="4572"/>
                </a:moveTo>
                <a:lnTo>
                  <a:pt x="589636" y="4572"/>
                </a:lnTo>
                <a:cubicBezTo>
                  <a:pt x="598780" y="4572"/>
                  <a:pt x="607238" y="6058"/>
                  <a:pt x="615010" y="9029"/>
                </a:cubicBezTo>
                <a:cubicBezTo>
                  <a:pt x="622783" y="12001"/>
                  <a:pt x="629526" y="16078"/>
                  <a:pt x="635241" y="21260"/>
                </a:cubicBezTo>
                <a:cubicBezTo>
                  <a:pt x="640956" y="26441"/>
                  <a:pt x="645452" y="32575"/>
                  <a:pt x="648729" y="39662"/>
                </a:cubicBezTo>
                <a:cubicBezTo>
                  <a:pt x="652005" y="46748"/>
                  <a:pt x="653644" y="54407"/>
                  <a:pt x="653644" y="62636"/>
                </a:cubicBezTo>
                <a:cubicBezTo>
                  <a:pt x="653644" y="68580"/>
                  <a:pt x="652806" y="74142"/>
                  <a:pt x="651129" y="79324"/>
                </a:cubicBezTo>
                <a:cubicBezTo>
                  <a:pt x="649453" y="84506"/>
                  <a:pt x="647129" y="89230"/>
                  <a:pt x="644157" y="93497"/>
                </a:cubicBezTo>
                <a:cubicBezTo>
                  <a:pt x="641185" y="97764"/>
                  <a:pt x="637680" y="101612"/>
                  <a:pt x="633641" y="105041"/>
                </a:cubicBezTo>
                <a:cubicBezTo>
                  <a:pt x="629603" y="108470"/>
                  <a:pt x="625297" y="111404"/>
                  <a:pt x="620725" y="113843"/>
                </a:cubicBezTo>
                <a:cubicBezTo>
                  <a:pt x="627279" y="125882"/>
                  <a:pt x="634784" y="138150"/>
                  <a:pt x="643242" y="150647"/>
                </a:cubicBezTo>
                <a:cubicBezTo>
                  <a:pt x="651701" y="163144"/>
                  <a:pt x="660197" y="175031"/>
                  <a:pt x="668731" y="186309"/>
                </a:cubicBezTo>
                <a:lnTo>
                  <a:pt x="612724" y="186309"/>
                </a:lnTo>
                <a:cubicBezTo>
                  <a:pt x="606781" y="178384"/>
                  <a:pt x="600837" y="168897"/>
                  <a:pt x="594894" y="157848"/>
                </a:cubicBezTo>
                <a:cubicBezTo>
                  <a:pt x="588950" y="146799"/>
                  <a:pt x="583083" y="134340"/>
                  <a:pt x="577291" y="120472"/>
                </a:cubicBezTo>
                <a:lnTo>
                  <a:pt x="557632" y="120472"/>
                </a:lnTo>
                <a:lnTo>
                  <a:pt x="557632" y="186309"/>
                </a:lnTo>
                <a:lnTo>
                  <a:pt x="511683" y="186309"/>
                </a:lnTo>
                <a:close/>
                <a:moveTo>
                  <a:pt x="349759" y="4572"/>
                </a:moveTo>
                <a:lnTo>
                  <a:pt x="395479" y="4572"/>
                </a:lnTo>
                <a:lnTo>
                  <a:pt x="395479" y="124815"/>
                </a:lnTo>
                <a:cubicBezTo>
                  <a:pt x="395479" y="129845"/>
                  <a:pt x="396317" y="134188"/>
                  <a:pt x="397994" y="137846"/>
                </a:cubicBezTo>
                <a:cubicBezTo>
                  <a:pt x="399670" y="141503"/>
                  <a:pt x="401842" y="144551"/>
                  <a:pt x="404509" y="146990"/>
                </a:cubicBezTo>
                <a:cubicBezTo>
                  <a:pt x="407176" y="149428"/>
                  <a:pt x="410186" y="151257"/>
                  <a:pt x="413539" y="152476"/>
                </a:cubicBezTo>
                <a:cubicBezTo>
                  <a:pt x="416891" y="153695"/>
                  <a:pt x="420320" y="154305"/>
                  <a:pt x="423826" y="154305"/>
                </a:cubicBezTo>
                <a:cubicBezTo>
                  <a:pt x="427331" y="154305"/>
                  <a:pt x="430760" y="153695"/>
                  <a:pt x="434113" y="152476"/>
                </a:cubicBezTo>
                <a:cubicBezTo>
                  <a:pt x="437465" y="151257"/>
                  <a:pt x="440475" y="149428"/>
                  <a:pt x="443142" y="146990"/>
                </a:cubicBezTo>
                <a:cubicBezTo>
                  <a:pt x="445809" y="144551"/>
                  <a:pt x="447943" y="141503"/>
                  <a:pt x="449543" y="137846"/>
                </a:cubicBezTo>
                <a:cubicBezTo>
                  <a:pt x="451143" y="134188"/>
                  <a:pt x="451943" y="129845"/>
                  <a:pt x="451943" y="124815"/>
                </a:cubicBezTo>
                <a:lnTo>
                  <a:pt x="451943" y="4572"/>
                </a:lnTo>
                <a:lnTo>
                  <a:pt x="497892" y="4572"/>
                </a:lnTo>
                <a:lnTo>
                  <a:pt x="497892" y="122529"/>
                </a:lnTo>
                <a:cubicBezTo>
                  <a:pt x="497892" y="144932"/>
                  <a:pt x="491605" y="161925"/>
                  <a:pt x="479032" y="173507"/>
                </a:cubicBezTo>
                <a:cubicBezTo>
                  <a:pt x="466459" y="185090"/>
                  <a:pt x="448057" y="190881"/>
                  <a:pt x="423826" y="190881"/>
                </a:cubicBezTo>
                <a:cubicBezTo>
                  <a:pt x="399594" y="190881"/>
                  <a:pt x="381192" y="185090"/>
                  <a:pt x="368619" y="173507"/>
                </a:cubicBezTo>
                <a:cubicBezTo>
                  <a:pt x="356046" y="161925"/>
                  <a:pt x="349759" y="144932"/>
                  <a:pt x="349759" y="122529"/>
                </a:cubicBezTo>
                <a:close/>
                <a:moveTo>
                  <a:pt x="0" y="4572"/>
                </a:moveTo>
                <a:lnTo>
                  <a:pt x="48921" y="4572"/>
                </a:lnTo>
                <a:lnTo>
                  <a:pt x="80925" y="89154"/>
                </a:lnTo>
                <a:lnTo>
                  <a:pt x="113843" y="4572"/>
                </a:lnTo>
                <a:lnTo>
                  <a:pt x="160706" y="4572"/>
                </a:lnTo>
                <a:lnTo>
                  <a:pt x="103785" y="120015"/>
                </a:lnTo>
                <a:lnTo>
                  <a:pt x="103785" y="186309"/>
                </a:lnTo>
                <a:lnTo>
                  <a:pt x="58065" y="186309"/>
                </a:lnTo>
                <a:lnTo>
                  <a:pt x="58065" y="119558"/>
                </a:lnTo>
                <a:close/>
                <a:moveTo>
                  <a:pt x="1301573" y="0"/>
                </a:moveTo>
                <a:cubicBezTo>
                  <a:pt x="1313613" y="0"/>
                  <a:pt x="1324853" y="2248"/>
                  <a:pt x="1335292" y="6743"/>
                </a:cubicBezTo>
                <a:cubicBezTo>
                  <a:pt x="1345731" y="11239"/>
                  <a:pt x="1354799" y="17640"/>
                  <a:pt x="1362495" y="25946"/>
                </a:cubicBezTo>
                <a:cubicBezTo>
                  <a:pt x="1370192" y="34252"/>
                  <a:pt x="1376250" y="44310"/>
                  <a:pt x="1380669" y="56121"/>
                </a:cubicBezTo>
                <a:cubicBezTo>
                  <a:pt x="1385089" y="67932"/>
                  <a:pt x="1387298" y="81153"/>
                  <a:pt x="1387298" y="95783"/>
                </a:cubicBezTo>
                <a:cubicBezTo>
                  <a:pt x="1387298" y="110414"/>
                  <a:pt x="1385089" y="123596"/>
                  <a:pt x="1380669" y="135331"/>
                </a:cubicBezTo>
                <a:cubicBezTo>
                  <a:pt x="1376250" y="147066"/>
                  <a:pt x="1370192" y="157048"/>
                  <a:pt x="1362495" y="165278"/>
                </a:cubicBezTo>
                <a:cubicBezTo>
                  <a:pt x="1354799" y="173507"/>
                  <a:pt x="1345731" y="179832"/>
                  <a:pt x="1335292" y="184251"/>
                </a:cubicBezTo>
                <a:cubicBezTo>
                  <a:pt x="1324853" y="188671"/>
                  <a:pt x="1313613" y="190881"/>
                  <a:pt x="1301573" y="190881"/>
                </a:cubicBezTo>
                <a:cubicBezTo>
                  <a:pt x="1289534" y="190881"/>
                  <a:pt x="1278294" y="188671"/>
                  <a:pt x="1267855" y="184251"/>
                </a:cubicBezTo>
                <a:cubicBezTo>
                  <a:pt x="1257415" y="179832"/>
                  <a:pt x="1248310" y="173507"/>
                  <a:pt x="1240537" y="165278"/>
                </a:cubicBezTo>
                <a:cubicBezTo>
                  <a:pt x="1232765" y="157048"/>
                  <a:pt x="1226631" y="147066"/>
                  <a:pt x="1222135" y="135331"/>
                </a:cubicBezTo>
                <a:cubicBezTo>
                  <a:pt x="1217639" y="123596"/>
                  <a:pt x="1215391" y="110414"/>
                  <a:pt x="1215391" y="95783"/>
                </a:cubicBezTo>
                <a:cubicBezTo>
                  <a:pt x="1215391" y="81153"/>
                  <a:pt x="1217677" y="67932"/>
                  <a:pt x="1222249" y="56121"/>
                </a:cubicBezTo>
                <a:cubicBezTo>
                  <a:pt x="1226821" y="44310"/>
                  <a:pt x="1233070" y="34252"/>
                  <a:pt x="1240994" y="25946"/>
                </a:cubicBezTo>
                <a:cubicBezTo>
                  <a:pt x="1248919" y="17640"/>
                  <a:pt x="1258063" y="11239"/>
                  <a:pt x="1268426" y="6743"/>
                </a:cubicBezTo>
                <a:cubicBezTo>
                  <a:pt x="1278790" y="2248"/>
                  <a:pt x="1289839" y="0"/>
                  <a:pt x="1301573" y="0"/>
                </a:cubicBezTo>
                <a:close/>
                <a:moveTo>
                  <a:pt x="1144221" y="0"/>
                </a:moveTo>
                <a:cubicBezTo>
                  <a:pt x="1154279" y="0"/>
                  <a:pt x="1164070" y="876"/>
                  <a:pt x="1173596" y="2629"/>
                </a:cubicBezTo>
                <a:cubicBezTo>
                  <a:pt x="1183120" y="4381"/>
                  <a:pt x="1190931" y="6477"/>
                  <a:pt x="1197027" y="8915"/>
                </a:cubicBezTo>
                <a:lnTo>
                  <a:pt x="1195884" y="44577"/>
                </a:lnTo>
                <a:cubicBezTo>
                  <a:pt x="1190398" y="42443"/>
                  <a:pt x="1184035" y="40576"/>
                  <a:pt x="1176796" y="38976"/>
                </a:cubicBezTo>
                <a:cubicBezTo>
                  <a:pt x="1169557" y="37376"/>
                  <a:pt x="1160908" y="36576"/>
                  <a:pt x="1150850" y="36576"/>
                </a:cubicBezTo>
                <a:cubicBezTo>
                  <a:pt x="1143992" y="36576"/>
                  <a:pt x="1137439" y="37833"/>
                  <a:pt x="1131190" y="40348"/>
                </a:cubicBezTo>
                <a:cubicBezTo>
                  <a:pt x="1124942" y="42862"/>
                  <a:pt x="1119455" y="46596"/>
                  <a:pt x="1114731" y="51549"/>
                </a:cubicBezTo>
                <a:cubicBezTo>
                  <a:pt x="1110007" y="56502"/>
                  <a:pt x="1106235" y="62674"/>
                  <a:pt x="1103415" y="70066"/>
                </a:cubicBezTo>
                <a:cubicBezTo>
                  <a:pt x="1100596" y="77457"/>
                  <a:pt x="1099186" y="86030"/>
                  <a:pt x="1099186" y="95783"/>
                </a:cubicBezTo>
                <a:cubicBezTo>
                  <a:pt x="1099186" y="105689"/>
                  <a:pt x="1100482" y="114338"/>
                  <a:pt x="1103072" y="121729"/>
                </a:cubicBezTo>
                <a:cubicBezTo>
                  <a:pt x="1105663" y="129121"/>
                  <a:pt x="1109168" y="135217"/>
                  <a:pt x="1113588" y="140017"/>
                </a:cubicBezTo>
                <a:cubicBezTo>
                  <a:pt x="1118008" y="144818"/>
                  <a:pt x="1123075" y="148399"/>
                  <a:pt x="1128790" y="150761"/>
                </a:cubicBezTo>
                <a:cubicBezTo>
                  <a:pt x="1134505" y="153124"/>
                  <a:pt x="1140487" y="154305"/>
                  <a:pt x="1146735" y="154305"/>
                </a:cubicBezTo>
                <a:cubicBezTo>
                  <a:pt x="1149478" y="154305"/>
                  <a:pt x="1152183" y="154190"/>
                  <a:pt x="1154850" y="153962"/>
                </a:cubicBezTo>
                <a:cubicBezTo>
                  <a:pt x="1157517" y="153733"/>
                  <a:pt x="1159841" y="153390"/>
                  <a:pt x="1161823" y="152933"/>
                </a:cubicBezTo>
                <a:lnTo>
                  <a:pt x="1161823" y="115671"/>
                </a:lnTo>
                <a:lnTo>
                  <a:pt x="1145135" y="115671"/>
                </a:lnTo>
                <a:lnTo>
                  <a:pt x="1145135" y="81153"/>
                </a:lnTo>
                <a:lnTo>
                  <a:pt x="1206857" y="81153"/>
                </a:lnTo>
                <a:lnTo>
                  <a:pt x="1206857" y="172364"/>
                </a:lnTo>
                <a:cubicBezTo>
                  <a:pt x="1199542" y="178003"/>
                  <a:pt x="1190283" y="182499"/>
                  <a:pt x="1179082" y="185852"/>
                </a:cubicBezTo>
                <a:cubicBezTo>
                  <a:pt x="1167881" y="189204"/>
                  <a:pt x="1156031" y="190881"/>
                  <a:pt x="1143535" y="190881"/>
                </a:cubicBezTo>
                <a:cubicBezTo>
                  <a:pt x="1130885" y="190881"/>
                  <a:pt x="1119112" y="188747"/>
                  <a:pt x="1108216" y="184480"/>
                </a:cubicBezTo>
                <a:cubicBezTo>
                  <a:pt x="1097319" y="180213"/>
                  <a:pt x="1087794" y="174041"/>
                  <a:pt x="1079641" y="165963"/>
                </a:cubicBezTo>
                <a:cubicBezTo>
                  <a:pt x="1071487" y="157886"/>
                  <a:pt x="1065087" y="147942"/>
                  <a:pt x="1060438" y="136131"/>
                </a:cubicBezTo>
                <a:cubicBezTo>
                  <a:pt x="1055790" y="124320"/>
                  <a:pt x="1053466" y="110871"/>
                  <a:pt x="1053466" y="95783"/>
                </a:cubicBezTo>
                <a:cubicBezTo>
                  <a:pt x="1053466" y="81762"/>
                  <a:pt x="1055638" y="68885"/>
                  <a:pt x="1059981" y="57150"/>
                </a:cubicBezTo>
                <a:cubicBezTo>
                  <a:pt x="1064325" y="45415"/>
                  <a:pt x="1070459" y="35318"/>
                  <a:pt x="1078384" y="26860"/>
                </a:cubicBezTo>
                <a:cubicBezTo>
                  <a:pt x="1086308" y="18402"/>
                  <a:pt x="1095871" y="11811"/>
                  <a:pt x="1107073" y="7086"/>
                </a:cubicBezTo>
                <a:cubicBezTo>
                  <a:pt x="1118274" y="2362"/>
                  <a:pt x="1130657" y="0"/>
                  <a:pt x="1144221" y="0"/>
                </a:cubicBezTo>
                <a:close/>
                <a:moveTo>
                  <a:pt x="958673" y="0"/>
                </a:moveTo>
                <a:cubicBezTo>
                  <a:pt x="970713" y="0"/>
                  <a:pt x="981953" y="2248"/>
                  <a:pt x="992392" y="6743"/>
                </a:cubicBezTo>
                <a:cubicBezTo>
                  <a:pt x="1002831" y="11239"/>
                  <a:pt x="1011899" y="17640"/>
                  <a:pt x="1019595" y="25946"/>
                </a:cubicBezTo>
                <a:cubicBezTo>
                  <a:pt x="1027292" y="34252"/>
                  <a:pt x="1033349" y="44310"/>
                  <a:pt x="1037769" y="56121"/>
                </a:cubicBezTo>
                <a:cubicBezTo>
                  <a:pt x="1042189" y="67932"/>
                  <a:pt x="1044398" y="81153"/>
                  <a:pt x="1044398" y="95783"/>
                </a:cubicBezTo>
                <a:cubicBezTo>
                  <a:pt x="1044398" y="110414"/>
                  <a:pt x="1042189" y="123596"/>
                  <a:pt x="1037769" y="135331"/>
                </a:cubicBezTo>
                <a:cubicBezTo>
                  <a:pt x="1033349" y="147066"/>
                  <a:pt x="1027292" y="157048"/>
                  <a:pt x="1019595" y="165278"/>
                </a:cubicBezTo>
                <a:cubicBezTo>
                  <a:pt x="1011899" y="173507"/>
                  <a:pt x="1002831" y="179832"/>
                  <a:pt x="992392" y="184251"/>
                </a:cubicBezTo>
                <a:cubicBezTo>
                  <a:pt x="981953" y="188671"/>
                  <a:pt x="970713" y="190881"/>
                  <a:pt x="958673" y="190881"/>
                </a:cubicBezTo>
                <a:cubicBezTo>
                  <a:pt x="946634" y="190881"/>
                  <a:pt x="935394" y="188671"/>
                  <a:pt x="924955" y="184251"/>
                </a:cubicBezTo>
                <a:cubicBezTo>
                  <a:pt x="914515" y="179832"/>
                  <a:pt x="905410" y="173507"/>
                  <a:pt x="897637" y="165278"/>
                </a:cubicBezTo>
                <a:cubicBezTo>
                  <a:pt x="889865" y="157048"/>
                  <a:pt x="883731" y="147066"/>
                  <a:pt x="879235" y="135331"/>
                </a:cubicBezTo>
                <a:cubicBezTo>
                  <a:pt x="874739" y="123596"/>
                  <a:pt x="872491" y="110414"/>
                  <a:pt x="872491" y="95783"/>
                </a:cubicBezTo>
                <a:cubicBezTo>
                  <a:pt x="872491" y="81153"/>
                  <a:pt x="874777" y="67932"/>
                  <a:pt x="879349" y="56121"/>
                </a:cubicBezTo>
                <a:cubicBezTo>
                  <a:pt x="883921" y="44310"/>
                  <a:pt x="890170" y="34252"/>
                  <a:pt x="898094" y="25946"/>
                </a:cubicBezTo>
                <a:cubicBezTo>
                  <a:pt x="906019" y="17640"/>
                  <a:pt x="915163" y="11239"/>
                  <a:pt x="925526" y="6743"/>
                </a:cubicBezTo>
                <a:cubicBezTo>
                  <a:pt x="935890" y="2248"/>
                  <a:pt x="946939" y="0"/>
                  <a:pt x="958673" y="0"/>
                </a:cubicBezTo>
                <a:close/>
                <a:moveTo>
                  <a:pt x="253823" y="0"/>
                </a:moveTo>
                <a:cubicBezTo>
                  <a:pt x="265863" y="0"/>
                  <a:pt x="277102" y="2248"/>
                  <a:pt x="287542" y="6743"/>
                </a:cubicBezTo>
                <a:cubicBezTo>
                  <a:pt x="297981" y="11239"/>
                  <a:pt x="307049" y="17640"/>
                  <a:pt x="314745" y="25946"/>
                </a:cubicBezTo>
                <a:cubicBezTo>
                  <a:pt x="322441" y="34252"/>
                  <a:pt x="328499" y="44310"/>
                  <a:pt x="332919" y="56121"/>
                </a:cubicBezTo>
                <a:cubicBezTo>
                  <a:pt x="337339" y="67932"/>
                  <a:pt x="339548" y="81153"/>
                  <a:pt x="339548" y="95783"/>
                </a:cubicBezTo>
                <a:cubicBezTo>
                  <a:pt x="339548" y="110414"/>
                  <a:pt x="337339" y="123596"/>
                  <a:pt x="332919" y="135331"/>
                </a:cubicBezTo>
                <a:cubicBezTo>
                  <a:pt x="328499" y="147066"/>
                  <a:pt x="322441" y="157048"/>
                  <a:pt x="314745" y="165278"/>
                </a:cubicBezTo>
                <a:cubicBezTo>
                  <a:pt x="307049" y="173507"/>
                  <a:pt x="297981" y="179832"/>
                  <a:pt x="287542" y="184251"/>
                </a:cubicBezTo>
                <a:cubicBezTo>
                  <a:pt x="277102" y="188671"/>
                  <a:pt x="265863" y="190881"/>
                  <a:pt x="253823" y="190881"/>
                </a:cubicBezTo>
                <a:cubicBezTo>
                  <a:pt x="241784" y="190881"/>
                  <a:pt x="230544" y="188671"/>
                  <a:pt x="220105" y="184251"/>
                </a:cubicBezTo>
                <a:cubicBezTo>
                  <a:pt x="209665" y="179832"/>
                  <a:pt x="200560" y="173507"/>
                  <a:pt x="192787" y="165278"/>
                </a:cubicBezTo>
                <a:cubicBezTo>
                  <a:pt x="185015" y="157048"/>
                  <a:pt x="178881" y="147066"/>
                  <a:pt x="174385" y="135331"/>
                </a:cubicBezTo>
                <a:cubicBezTo>
                  <a:pt x="169889" y="123596"/>
                  <a:pt x="167641" y="110414"/>
                  <a:pt x="167641" y="95783"/>
                </a:cubicBezTo>
                <a:cubicBezTo>
                  <a:pt x="167641" y="81153"/>
                  <a:pt x="169927" y="67932"/>
                  <a:pt x="174499" y="56121"/>
                </a:cubicBezTo>
                <a:cubicBezTo>
                  <a:pt x="179071" y="44310"/>
                  <a:pt x="185320" y="34252"/>
                  <a:pt x="193244" y="25946"/>
                </a:cubicBezTo>
                <a:cubicBezTo>
                  <a:pt x="201169" y="17640"/>
                  <a:pt x="210313" y="11239"/>
                  <a:pt x="220676" y="6743"/>
                </a:cubicBezTo>
                <a:cubicBezTo>
                  <a:pt x="231040" y="2248"/>
                  <a:pt x="242089" y="0"/>
                  <a:pt x="253823" y="0"/>
                </a:cubicBezTo>
                <a:close/>
              </a:path>
            </a:pathLst>
          </a:cu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17" name="文本框 2"/>
          <p:cNvSpPr txBox="1"/>
          <p:nvPr>
            <p:custDataLst>
              <p:tags r:id="rId5"/>
            </p:custDataLst>
          </p:nvPr>
        </p:nvSpPr>
        <p:spPr>
          <a:xfrm>
            <a:off x="1068180" y="4501937"/>
            <a:ext cx="1828185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lvl="0" algn="ctr">
              <a:lnSpc>
                <a:spcPct val="100000"/>
              </a:lnSpc>
              <a:defRPr/>
            </a:pPr>
            <a:r>
              <a:rPr lang="zh-CN" altLang="en-US" sz="1800" b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汇报人：稻小壳</a:t>
            </a:r>
            <a:endParaRPr lang="en-US" altLang="zh-CN" sz="1800" b="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8" name="文本框 2"/>
          <p:cNvSpPr txBox="1"/>
          <p:nvPr>
            <p:custDataLst>
              <p:tags r:id="rId6"/>
            </p:custDataLst>
          </p:nvPr>
        </p:nvSpPr>
        <p:spPr>
          <a:xfrm>
            <a:off x="810243" y="3205349"/>
            <a:ext cx="5295382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lvl="0">
              <a:lnSpc>
                <a:spcPct val="100000"/>
              </a:lnSpc>
              <a:defRPr/>
            </a:pPr>
            <a:r>
              <a:rPr lang="zh-CN" altLang="en-US" sz="20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工作汇报</a:t>
            </a:r>
            <a:r>
              <a:rPr lang="en-US" altLang="zh-CN" sz="20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/ </a:t>
            </a:r>
            <a:r>
              <a:rPr lang="zh-CN" altLang="en-US" sz="20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年中总结</a:t>
            </a:r>
            <a:r>
              <a:rPr lang="en-US" altLang="zh-CN" sz="20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/ </a:t>
            </a:r>
            <a:r>
              <a:rPr lang="zh-CN" altLang="en-US" sz="20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总结计划</a:t>
            </a:r>
            <a:r>
              <a:rPr lang="en-US" altLang="zh-CN" sz="20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/ </a:t>
            </a:r>
            <a:r>
              <a:rPr lang="zh-CN" altLang="en-US" sz="20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商</a:t>
            </a:r>
            <a:r>
              <a:rPr lang="zh-CN" altLang="en-US" sz="2000" b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务汇报</a:t>
            </a:r>
            <a:endParaRPr lang="zh-CN" altLang="en-US" sz="2000" b="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9" name="1"/>
          <p:cNvSpPr txBox="1">
            <a:spLocks noChangeArrowheads="1"/>
          </p:cNvSpPr>
          <p:nvPr/>
        </p:nvSpPr>
        <p:spPr bwMode="auto">
          <a:xfrm>
            <a:off x="889832" y="3711932"/>
            <a:ext cx="6463870" cy="486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 defTabSz="914400">
              <a:lnSpc>
                <a:spcPct val="150000"/>
              </a:lnSpc>
              <a:defRPr/>
            </a:pPr>
            <a:r>
              <a:rPr lang="zh-CN" altLang="en-US" sz="1100" dirty="0">
                <a:solidFill>
                  <a:srgbClr val="286674">
                    <a:alpha val="50000"/>
                  </a:srgbClr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100" dirty="0">
              <a:solidFill>
                <a:srgbClr val="286674">
                  <a:alpha val="50000"/>
                </a:srgbClr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1" name="文本框 2"/>
          <p:cNvSpPr txBox="1"/>
          <p:nvPr>
            <p:custDataLst>
              <p:tags r:id="rId7"/>
            </p:custDataLst>
          </p:nvPr>
        </p:nvSpPr>
        <p:spPr>
          <a:xfrm>
            <a:off x="760631" y="2067734"/>
            <a:ext cx="5487769" cy="110799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600" b="0" noProof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科</a:t>
            </a:r>
            <a:r>
              <a:rPr lang="zh-CN" altLang="en-US" sz="6600" b="0" noProof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技互联网</a:t>
            </a:r>
            <a:r>
              <a:rPr lang="en-US" altLang="zh-CN" sz="6600" b="0" noProof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IT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864193" y="4559367"/>
            <a:ext cx="229143" cy="243031"/>
          </a:xfrm>
          <a:custGeom>
            <a:avLst/>
            <a:gdLst/>
            <a:ahLst/>
            <a:cxnLst/>
            <a:rect l="l" t="t" r="r" b="b"/>
            <a:pathLst>
              <a:path w="229143" h="243031">
                <a:moveTo>
                  <a:pt x="118558" y="0"/>
                </a:moveTo>
                <a:cubicBezTo>
                  <a:pt x="135360" y="0"/>
                  <a:pt x="150576" y="2572"/>
                  <a:pt x="164206" y="7716"/>
                </a:cubicBezTo>
                <a:cubicBezTo>
                  <a:pt x="177836" y="12859"/>
                  <a:pt x="189452" y="20103"/>
                  <a:pt x="199053" y="29447"/>
                </a:cubicBezTo>
                <a:cubicBezTo>
                  <a:pt x="208655" y="38791"/>
                  <a:pt x="216070" y="50107"/>
                  <a:pt x="221299" y="63394"/>
                </a:cubicBezTo>
                <a:cubicBezTo>
                  <a:pt x="226528" y="76681"/>
                  <a:pt x="229143" y="91469"/>
                  <a:pt x="229143" y="107757"/>
                </a:cubicBezTo>
                <a:cubicBezTo>
                  <a:pt x="229143" y="118387"/>
                  <a:pt x="227814" y="128416"/>
                  <a:pt x="225157" y="137846"/>
                </a:cubicBezTo>
                <a:cubicBezTo>
                  <a:pt x="222499" y="147276"/>
                  <a:pt x="218684" y="155505"/>
                  <a:pt x="213712" y="162535"/>
                </a:cubicBezTo>
                <a:cubicBezTo>
                  <a:pt x="208740" y="169564"/>
                  <a:pt x="202740" y="175137"/>
                  <a:pt x="195710" y="179251"/>
                </a:cubicBezTo>
                <a:cubicBezTo>
                  <a:pt x="188681" y="183366"/>
                  <a:pt x="180880" y="185424"/>
                  <a:pt x="172307" y="185424"/>
                </a:cubicBezTo>
                <a:cubicBezTo>
                  <a:pt x="164935" y="185424"/>
                  <a:pt x="158848" y="183752"/>
                  <a:pt x="154048" y="180409"/>
                </a:cubicBezTo>
                <a:cubicBezTo>
                  <a:pt x="149247" y="177065"/>
                  <a:pt x="145561" y="171536"/>
                  <a:pt x="142989" y="163821"/>
                </a:cubicBezTo>
                <a:cubicBezTo>
                  <a:pt x="138532" y="170679"/>
                  <a:pt x="132788" y="176079"/>
                  <a:pt x="125759" y="180023"/>
                </a:cubicBezTo>
                <a:cubicBezTo>
                  <a:pt x="118729" y="183966"/>
                  <a:pt x="110328" y="185938"/>
                  <a:pt x="100555" y="185938"/>
                </a:cubicBezTo>
                <a:cubicBezTo>
                  <a:pt x="95069" y="185938"/>
                  <a:pt x="89754" y="184781"/>
                  <a:pt x="84611" y="182466"/>
                </a:cubicBezTo>
                <a:cubicBezTo>
                  <a:pt x="79467" y="180151"/>
                  <a:pt x="74924" y="176680"/>
                  <a:pt x="70980" y="172050"/>
                </a:cubicBezTo>
                <a:cubicBezTo>
                  <a:pt x="67037" y="167421"/>
                  <a:pt x="63865" y="161549"/>
                  <a:pt x="61465" y="154434"/>
                </a:cubicBezTo>
                <a:cubicBezTo>
                  <a:pt x="59065" y="147319"/>
                  <a:pt x="57864" y="138875"/>
                  <a:pt x="57864" y="129102"/>
                </a:cubicBezTo>
                <a:cubicBezTo>
                  <a:pt x="57864" y="117615"/>
                  <a:pt x="59579" y="107114"/>
                  <a:pt x="63008" y="97598"/>
                </a:cubicBezTo>
                <a:cubicBezTo>
                  <a:pt x="66437" y="88083"/>
                  <a:pt x="71152" y="79896"/>
                  <a:pt x="77152" y="73038"/>
                </a:cubicBezTo>
                <a:cubicBezTo>
                  <a:pt x="83153" y="66180"/>
                  <a:pt x="90226" y="60865"/>
                  <a:pt x="98369" y="57093"/>
                </a:cubicBezTo>
                <a:cubicBezTo>
                  <a:pt x="106513" y="53321"/>
                  <a:pt x="115300" y="51435"/>
                  <a:pt x="124730" y="51435"/>
                </a:cubicBezTo>
                <a:cubicBezTo>
                  <a:pt x="132445" y="51435"/>
                  <a:pt x="139775" y="52678"/>
                  <a:pt x="146718" y="55164"/>
                </a:cubicBezTo>
                <a:cubicBezTo>
                  <a:pt x="153662" y="57650"/>
                  <a:pt x="159534" y="60865"/>
                  <a:pt x="164335" y="64808"/>
                </a:cubicBezTo>
                <a:lnTo>
                  <a:pt x="158163" y="141704"/>
                </a:lnTo>
                <a:cubicBezTo>
                  <a:pt x="157648" y="150105"/>
                  <a:pt x="158806" y="155934"/>
                  <a:pt x="161634" y="159192"/>
                </a:cubicBezTo>
                <a:cubicBezTo>
                  <a:pt x="164463" y="162449"/>
                  <a:pt x="167850" y="164078"/>
                  <a:pt x="171793" y="164078"/>
                </a:cubicBezTo>
                <a:cubicBezTo>
                  <a:pt x="176079" y="164078"/>
                  <a:pt x="180323" y="162792"/>
                  <a:pt x="184523" y="160220"/>
                </a:cubicBezTo>
                <a:cubicBezTo>
                  <a:pt x="188724" y="157649"/>
                  <a:pt x="192495" y="153877"/>
                  <a:pt x="195839" y="148905"/>
                </a:cubicBezTo>
                <a:cubicBezTo>
                  <a:pt x="199182" y="143933"/>
                  <a:pt x="201839" y="137889"/>
                  <a:pt x="203811" y="130774"/>
                </a:cubicBezTo>
                <a:cubicBezTo>
                  <a:pt x="205783" y="123659"/>
                  <a:pt x="206769" y="115558"/>
                  <a:pt x="206769" y="106471"/>
                </a:cubicBezTo>
                <a:cubicBezTo>
                  <a:pt x="206769" y="93783"/>
                  <a:pt x="204711" y="82211"/>
                  <a:pt x="200596" y="71752"/>
                </a:cubicBezTo>
                <a:cubicBezTo>
                  <a:pt x="196482" y="61294"/>
                  <a:pt x="190567" y="52335"/>
                  <a:pt x="182851" y="44877"/>
                </a:cubicBezTo>
                <a:cubicBezTo>
                  <a:pt x="175136" y="37419"/>
                  <a:pt x="165835" y="31633"/>
                  <a:pt x="154948" y="27518"/>
                </a:cubicBezTo>
                <a:cubicBezTo>
                  <a:pt x="144061" y="23403"/>
                  <a:pt x="131845" y="21346"/>
                  <a:pt x="118300" y="21346"/>
                </a:cubicBezTo>
                <a:cubicBezTo>
                  <a:pt x="104070" y="21346"/>
                  <a:pt x="91169" y="23875"/>
                  <a:pt x="79596" y="28933"/>
                </a:cubicBezTo>
                <a:cubicBezTo>
                  <a:pt x="68023" y="33990"/>
                  <a:pt x="58079" y="41063"/>
                  <a:pt x="49763" y="50149"/>
                </a:cubicBezTo>
                <a:cubicBezTo>
                  <a:pt x="41448" y="59236"/>
                  <a:pt x="35019" y="70081"/>
                  <a:pt x="30475" y="82682"/>
                </a:cubicBezTo>
                <a:cubicBezTo>
                  <a:pt x="25932" y="95284"/>
                  <a:pt x="23660" y="109214"/>
                  <a:pt x="23660" y="124473"/>
                </a:cubicBezTo>
                <a:cubicBezTo>
                  <a:pt x="23660" y="138703"/>
                  <a:pt x="25932" y="151691"/>
                  <a:pt x="30475" y="163435"/>
                </a:cubicBezTo>
                <a:cubicBezTo>
                  <a:pt x="35019" y="175179"/>
                  <a:pt x="41534" y="185295"/>
                  <a:pt x="50021" y="193782"/>
                </a:cubicBezTo>
                <a:cubicBezTo>
                  <a:pt x="58507" y="202268"/>
                  <a:pt x="68666" y="208869"/>
                  <a:pt x="80496" y="213584"/>
                </a:cubicBezTo>
                <a:cubicBezTo>
                  <a:pt x="92326" y="218299"/>
                  <a:pt x="105613" y="220656"/>
                  <a:pt x="120358" y="220656"/>
                </a:cubicBezTo>
                <a:cubicBezTo>
                  <a:pt x="134245" y="220656"/>
                  <a:pt x="147104" y="219456"/>
                  <a:pt x="158934" y="217056"/>
                </a:cubicBezTo>
                <a:cubicBezTo>
                  <a:pt x="170764" y="214656"/>
                  <a:pt x="180880" y="211570"/>
                  <a:pt x="189281" y="207798"/>
                </a:cubicBezTo>
                <a:lnTo>
                  <a:pt x="186195" y="230172"/>
                </a:lnTo>
                <a:cubicBezTo>
                  <a:pt x="179337" y="233430"/>
                  <a:pt x="170207" y="236387"/>
                  <a:pt x="158806" y="239044"/>
                </a:cubicBezTo>
                <a:cubicBezTo>
                  <a:pt x="147404" y="241702"/>
                  <a:pt x="134588" y="243031"/>
                  <a:pt x="120358" y="243031"/>
                </a:cubicBezTo>
                <a:cubicBezTo>
                  <a:pt x="102356" y="243031"/>
                  <a:pt x="85939" y="240116"/>
                  <a:pt x="71109" y="234287"/>
                </a:cubicBezTo>
                <a:cubicBezTo>
                  <a:pt x="56278" y="228457"/>
                  <a:pt x="43591" y="220356"/>
                  <a:pt x="33047" y="209984"/>
                </a:cubicBezTo>
                <a:cubicBezTo>
                  <a:pt x="22503" y="199611"/>
                  <a:pt x="14359" y="187181"/>
                  <a:pt x="8615" y="172693"/>
                </a:cubicBezTo>
                <a:cubicBezTo>
                  <a:pt x="2872" y="158206"/>
                  <a:pt x="0" y="142218"/>
                  <a:pt x="0" y="124730"/>
                </a:cubicBezTo>
                <a:cubicBezTo>
                  <a:pt x="0" y="107071"/>
                  <a:pt x="2829" y="90612"/>
                  <a:pt x="8487" y="75353"/>
                </a:cubicBezTo>
                <a:cubicBezTo>
                  <a:pt x="14145" y="60094"/>
                  <a:pt x="22160" y="46892"/>
                  <a:pt x="32533" y="35748"/>
                </a:cubicBezTo>
                <a:cubicBezTo>
                  <a:pt x="42905" y="24603"/>
                  <a:pt x="55378" y="15859"/>
                  <a:pt x="69952" y="9516"/>
                </a:cubicBezTo>
                <a:cubicBezTo>
                  <a:pt x="84525" y="3172"/>
                  <a:pt x="100727" y="0"/>
                  <a:pt x="118558" y="0"/>
                </a:cubicBezTo>
                <a:close/>
                <a:moveTo>
                  <a:pt x="122158" y="74324"/>
                </a:moveTo>
                <a:cubicBezTo>
                  <a:pt x="117186" y="74324"/>
                  <a:pt x="112471" y="75610"/>
                  <a:pt x="108013" y="78182"/>
                </a:cubicBezTo>
                <a:cubicBezTo>
                  <a:pt x="103556" y="80753"/>
                  <a:pt x="99655" y="84397"/>
                  <a:pt x="96312" y="89111"/>
                </a:cubicBezTo>
                <a:cubicBezTo>
                  <a:pt x="92969" y="93826"/>
                  <a:pt x="90268" y="99527"/>
                  <a:pt x="88211" y="106214"/>
                </a:cubicBezTo>
                <a:cubicBezTo>
                  <a:pt x="86154" y="112900"/>
                  <a:pt x="85125" y="120273"/>
                  <a:pt x="85125" y="128331"/>
                </a:cubicBezTo>
                <a:cubicBezTo>
                  <a:pt x="85125" y="135017"/>
                  <a:pt x="85811" y="140589"/>
                  <a:pt x="87182" y="145047"/>
                </a:cubicBezTo>
                <a:cubicBezTo>
                  <a:pt x="88554" y="149505"/>
                  <a:pt x="90268" y="153105"/>
                  <a:pt x="92326" y="155848"/>
                </a:cubicBezTo>
                <a:cubicBezTo>
                  <a:pt x="94383" y="158592"/>
                  <a:pt x="96698" y="160563"/>
                  <a:pt x="99270" y="161763"/>
                </a:cubicBezTo>
                <a:cubicBezTo>
                  <a:pt x="101841" y="162964"/>
                  <a:pt x="104413" y="163564"/>
                  <a:pt x="106985" y="163564"/>
                </a:cubicBezTo>
                <a:cubicBezTo>
                  <a:pt x="111785" y="163564"/>
                  <a:pt x="116586" y="162063"/>
                  <a:pt x="121387" y="159063"/>
                </a:cubicBezTo>
                <a:cubicBezTo>
                  <a:pt x="126187" y="156063"/>
                  <a:pt x="130045" y="151819"/>
                  <a:pt x="132959" y="146333"/>
                </a:cubicBezTo>
                <a:lnTo>
                  <a:pt x="138617" y="78182"/>
                </a:lnTo>
                <a:cubicBezTo>
                  <a:pt x="136560" y="76981"/>
                  <a:pt x="134031" y="76038"/>
                  <a:pt x="131031" y="75353"/>
                </a:cubicBezTo>
                <a:cubicBezTo>
                  <a:pt x="128030" y="74667"/>
                  <a:pt x="125073" y="74324"/>
                  <a:pt x="122158" y="74324"/>
                </a:cubicBezTo>
                <a:close/>
              </a:path>
            </a:pathLst>
          </a:cu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842" y="1000293"/>
            <a:ext cx="6096528" cy="5858764"/>
          </a:xfrm>
          <a:prstGeom prst="rect">
            <a:avLst/>
          </a:prstGeom>
        </p:spPr>
      </p:pic>
      <p:sp>
        <p:nvSpPr>
          <p:cNvPr id="18" name="文本框 2"/>
          <p:cNvSpPr txBox="1"/>
          <p:nvPr>
            <p:custDataLst>
              <p:tags r:id="rId2"/>
            </p:custDataLst>
          </p:nvPr>
        </p:nvSpPr>
        <p:spPr>
          <a:xfrm>
            <a:off x="5115115" y="1270408"/>
            <a:ext cx="2012569" cy="110799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600" b="0" dirty="0">
                <a:ln w="12700">
                  <a:noFill/>
                </a:ln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汉仪旗黑-45S" panose="00020600040101010101" pitchFamily="18" charset="-122"/>
                <a:sym typeface="+mn-lt"/>
              </a:rPr>
              <a:t>目录</a:t>
            </a:r>
            <a:endParaRPr kumimoji="0" lang="en-US" sz="6600" b="0" i="0" u="none" strike="noStrike" kern="1200" cap="none" spc="0" normalizeH="0" baseline="0" noProof="0" dirty="0">
              <a:ln w="12700"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汉仪旗黑-45S" panose="00020600040101010101" pitchFamily="18" charset="-122"/>
              <a:sym typeface="+mn-lt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61" y="463"/>
            <a:ext cx="5444200" cy="6858594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6961" y="0"/>
            <a:ext cx="4615072" cy="1536325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6159413" y="3235427"/>
            <a:ext cx="2515525" cy="2135059"/>
          </a:xfrm>
          <a:prstGeom prst="roundRect">
            <a:avLst>
              <a:gd name="adj" fmla="val 9431"/>
            </a:avLst>
          </a:prstGeom>
          <a:solidFill>
            <a:schemeClr val="bg1"/>
          </a:solidFill>
          <a:ln w="12700">
            <a:solidFill>
              <a:srgbClr val="2866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" name="圆角矩形 2"/>
          <p:cNvSpPr/>
          <p:nvPr/>
        </p:nvSpPr>
        <p:spPr>
          <a:xfrm>
            <a:off x="8801763" y="3232808"/>
            <a:ext cx="2515525" cy="2135058"/>
          </a:xfrm>
          <a:prstGeom prst="roundRect">
            <a:avLst>
              <a:gd name="adj" fmla="val 9431"/>
            </a:avLst>
          </a:prstGeom>
          <a:solidFill>
            <a:schemeClr val="bg1"/>
          </a:solidFill>
          <a:ln w="12700">
            <a:solidFill>
              <a:srgbClr val="2866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" name="圆角矩形 3"/>
          <p:cNvSpPr/>
          <p:nvPr/>
        </p:nvSpPr>
        <p:spPr>
          <a:xfrm>
            <a:off x="874713" y="3237109"/>
            <a:ext cx="2515525" cy="2135058"/>
          </a:xfrm>
          <a:prstGeom prst="roundRect">
            <a:avLst>
              <a:gd name="adj" fmla="val 9431"/>
            </a:avLst>
          </a:prstGeom>
          <a:solidFill>
            <a:schemeClr val="bg1"/>
          </a:solidFill>
          <a:ln w="12700">
            <a:solidFill>
              <a:srgbClr val="2866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" name="圆角矩形 4"/>
          <p:cNvSpPr/>
          <p:nvPr/>
        </p:nvSpPr>
        <p:spPr>
          <a:xfrm>
            <a:off x="3517063" y="3232808"/>
            <a:ext cx="2515525" cy="2135058"/>
          </a:xfrm>
          <a:prstGeom prst="roundRect">
            <a:avLst>
              <a:gd name="adj" fmla="val 9431"/>
            </a:avLst>
          </a:prstGeom>
          <a:solidFill>
            <a:schemeClr val="bg1"/>
          </a:solidFill>
          <a:ln w="12700">
            <a:solidFill>
              <a:srgbClr val="2866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" name="文本框 2"/>
          <p:cNvSpPr txBox="1"/>
          <p:nvPr>
            <p:custDataLst>
              <p:tags r:id="rId5"/>
            </p:custDataLst>
          </p:nvPr>
        </p:nvSpPr>
        <p:spPr>
          <a:xfrm>
            <a:off x="1177694" y="3652277"/>
            <a:ext cx="1039335" cy="369332"/>
          </a:xfrm>
          <a:prstGeom prst="rect">
            <a:avLst/>
          </a:prstGeom>
          <a:solidFill>
            <a:srgbClr val="286674"/>
          </a:solidFill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00" b="0" noProof="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PART.1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7" name="文本框 2"/>
          <p:cNvSpPr txBox="1"/>
          <p:nvPr>
            <p:custDataLst>
              <p:tags r:id="rId6"/>
            </p:custDataLst>
          </p:nvPr>
        </p:nvSpPr>
        <p:spPr>
          <a:xfrm>
            <a:off x="3836511" y="3603183"/>
            <a:ext cx="1039335" cy="369332"/>
          </a:xfrm>
          <a:prstGeom prst="rect">
            <a:avLst/>
          </a:prstGeom>
          <a:solidFill>
            <a:srgbClr val="286674"/>
          </a:solidFill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00" b="0" noProof="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PART.2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8" name="文本框 2"/>
          <p:cNvSpPr txBox="1"/>
          <p:nvPr>
            <p:custDataLst>
              <p:tags r:id="rId7"/>
            </p:custDataLst>
          </p:nvPr>
        </p:nvSpPr>
        <p:spPr>
          <a:xfrm>
            <a:off x="6419513" y="3650595"/>
            <a:ext cx="1039335" cy="369332"/>
          </a:xfrm>
          <a:prstGeom prst="rect">
            <a:avLst/>
          </a:prstGeom>
          <a:solidFill>
            <a:srgbClr val="286674"/>
          </a:solidFill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00" b="0" noProof="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PART.3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9" name="文本框 2"/>
          <p:cNvSpPr txBox="1"/>
          <p:nvPr>
            <p:custDataLst>
              <p:tags r:id="rId8"/>
            </p:custDataLst>
          </p:nvPr>
        </p:nvSpPr>
        <p:spPr>
          <a:xfrm>
            <a:off x="9078331" y="3603183"/>
            <a:ext cx="1039335" cy="369332"/>
          </a:xfrm>
          <a:prstGeom prst="rect">
            <a:avLst/>
          </a:prstGeom>
          <a:solidFill>
            <a:srgbClr val="286674"/>
          </a:solidFill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00" b="0" noProof="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PART.4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0" name="文本框 2"/>
          <p:cNvSpPr txBox="1"/>
          <p:nvPr>
            <p:custDataLst>
              <p:tags r:id="rId9"/>
            </p:custDataLst>
          </p:nvPr>
        </p:nvSpPr>
        <p:spPr>
          <a:xfrm>
            <a:off x="1063250" y="4231347"/>
            <a:ext cx="2231409" cy="49244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0" noProof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</a:t>
            </a:r>
            <a:r>
              <a:rPr lang="zh-CN" altLang="en-US" sz="2600" b="0" noProof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作内容概述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1" name="文本框 2"/>
          <p:cNvSpPr txBox="1"/>
          <p:nvPr>
            <p:custDataLst>
              <p:tags r:id="rId10"/>
            </p:custDataLst>
          </p:nvPr>
        </p:nvSpPr>
        <p:spPr>
          <a:xfrm>
            <a:off x="3722066" y="4182253"/>
            <a:ext cx="2231409" cy="49244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0" noProof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项目成果展示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2" name="文本框 2"/>
          <p:cNvSpPr txBox="1"/>
          <p:nvPr>
            <p:custDataLst>
              <p:tags r:id="rId11"/>
            </p:custDataLst>
          </p:nvPr>
        </p:nvSpPr>
        <p:spPr>
          <a:xfrm>
            <a:off x="6305070" y="4229665"/>
            <a:ext cx="2231409" cy="49244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86674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工作不足反思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3" name="文本框 2"/>
          <p:cNvSpPr txBox="1"/>
          <p:nvPr>
            <p:custDataLst>
              <p:tags r:id="rId12"/>
            </p:custDataLst>
          </p:nvPr>
        </p:nvSpPr>
        <p:spPr>
          <a:xfrm>
            <a:off x="8963886" y="4182253"/>
            <a:ext cx="2231409" cy="49244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未来工作计划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64150" y="4680818"/>
            <a:ext cx="150393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Work Content</a:t>
            </a:r>
            <a:endParaRPr lang="en-US" altLang="zh-CN" sz="1400" dirty="0" smtClean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744185" y="4631724"/>
            <a:ext cx="15936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Project Display</a:t>
            </a:r>
            <a:endParaRPr lang="en-US" altLang="zh-CN" sz="14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344096" y="4652654"/>
            <a:ext cx="18536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Work Reflection</a:t>
            </a:r>
            <a:endParaRPr lang="en-US" altLang="zh-CN" sz="14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977199" y="4600823"/>
            <a:ext cx="1868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Summary And Plan</a:t>
            </a:r>
            <a:endParaRPr lang="en-US" altLang="zh-CN" sz="14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9" name="文本框 32"/>
          <p:cNvSpPr txBox="1"/>
          <p:nvPr/>
        </p:nvSpPr>
        <p:spPr>
          <a:xfrm>
            <a:off x="3611156" y="2437858"/>
            <a:ext cx="49696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160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Arial" panose="020B0604020202090204" pitchFamily="34" charset="0"/>
              </a:rPr>
              <a:t>CONTENTS</a:t>
            </a:r>
            <a:endParaRPr lang="en-US" altLang="zh-CN" sz="16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1137" y="5325937"/>
            <a:ext cx="4608975" cy="153632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17"/>
            <a:ext cx="3359187" cy="6718374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374" y="0"/>
            <a:ext cx="7681626" cy="6858594"/>
          </a:xfrm>
          <a:prstGeom prst="rect">
            <a:avLst/>
          </a:prstGeom>
        </p:spPr>
      </p:pic>
      <p:sp>
        <p:nvSpPr>
          <p:cNvPr id="15" name="文本框 2"/>
          <p:cNvSpPr txBox="1"/>
          <p:nvPr>
            <p:custDataLst>
              <p:tags r:id="rId4"/>
            </p:custDataLst>
          </p:nvPr>
        </p:nvSpPr>
        <p:spPr>
          <a:xfrm rot="5400000">
            <a:off x="8891561" y="2689590"/>
            <a:ext cx="5651441" cy="144655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lvl="0" algn="dist">
              <a:lnSpc>
                <a:spcPct val="100000"/>
              </a:lnSpc>
              <a:defRPr/>
            </a:pPr>
            <a:r>
              <a:rPr lang="en-US" sz="8800" b="0" noProof="0" dirty="0" smtClean="0">
                <a:ln>
                  <a:solidFill>
                    <a:srgbClr val="286674"/>
                  </a:solidFill>
                </a:ln>
                <a:noFill/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PART.01</a:t>
            </a:r>
            <a:endParaRPr kumimoji="0" lang="en-US" sz="8800" b="0" i="0" u="none" strike="noStrike" kern="1200" cap="none" spc="0" normalizeH="0" baseline="0" noProof="0" dirty="0">
              <a:ln>
                <a:solidFill>
                  <a:srgbClr val="286674"/>
                </a:solidFill>
              </a:ln>
              <a:noFill/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7" name="文本框 2"/>
          <p:cNvSpPr txBox="1"/>
          <p:nvPr>
            <p:custDataLst>
              <p:tags r:id="rId5"/>
            </p:custDataLst>
          </p:nvPr>
        </p:nvSpPr>
        <p:spPr>
          <a:xfrm>
            <a:off x="1068180" y="4501937"/>
            <a:ext cx="1828185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lvl="0" algn="ctr">
              <a:lnSpc>
                <a:spcPct val="100000"/>
              </a:lnSpc>
              <a:defRPr/>
            </a:pPr>
            <a:r>
              <a:rPr lang="zh-CN" altLang="en-US" sz="1800" b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汇报人：稻小壳</a:t>
            </a:r>
            <a:endParaRPr lang="en-US" altLang="zh-CN" sz="1800" b="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8" name="文本框 2"/>
          <p:cNvSpPr txBox="1"/>
          <p:nvPr>
            <p:custDataLst>
              <p:tags r:id="rId6"/>
            </p:custDataLst>
          </p:nvPr>
        </p:nvSpPr>
        <p:spPr>
          <a:xfrm>
            <a:off x="810243" y="3196882"/>
            <a:ext cx="2305490" cy="44057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r>
              <a:rPr lang="en-US" altLang="zh-CN" sz="2000" b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Work Content</a:t>
            </a:r>
            <a:endParaRPr lang="en-US" altLang="zh-CN" sz="2000" b="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9" name="1"/>
          <p:cNvSpPr txBox="1">
            <a:spLocks noChangeArrowheads="1"/>
          </p:cNvSpPr>
          <p:nvPr/>
        </p:nvSpPr>
        <p:spPr bwMode="auto">
          <a:xfrm>
            <a:off x="889832" y="3711932"/>
            <a:ext cx="6463870" cy="486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 defTabSz="914400">
              <a:lnSpc>
                <a:spcPct val="150000"/>
              </a:lnSpc>
              <a:defRPr/>
            </a:pPr>
            <a:r>
              <a:rPr lang="zh-CN" altLang="en-US" sz="1100" dirty="0">
                <a:solidFill>
                  <a:srgbClr val="286674">
                    <a:alpha val="50000"/>
                  </a:srgbClr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100" dirty="0">
              <a:solidFill>
                <a:srgbClr val="286674">
                  <a:alpha val="50000"/>
                </a:srgbClr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1" name="文本框 2"/>
          <p:cNvSpPr txBox="1"/>
          <p:nvPr>
            <p:custDataLst>
              <p:tags r:id="rId7"/>
            </p:custDataLst>
          </p:nvPr>
        </p:nvSpPr>
        <p:spPr>
          <a:xfrm>
            <a:off x="760632" y="2262469"/>
            <a:ext cx="4463302" cy="92333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</a:t>
            </a:r>
            <a:r>
              <a:rPr lang="zh-CN" altLang="en-US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作内容概述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864193" y="4559367"/>
            <a:ext cx="229143" cy="243031"/>
          </a:xfrm>
          <a:custGeom>
            <a:avLst/>
            <a:gdLst/>
            <a:ahLst/>
            <a:cxnLst/>
            <a:rect l="l" t="t" r="r" b="b"/>
            <a:pathLst>
              <a:path w="229143" h="243031">
                <a:moveTo>
                  <a:pt x="118558" y="0"/>
                </a:moveTo>
                <a:cubicBezTo>
                  <a:pt x="135360" y="0"/>
                  <a:pt x="150576" y="2572"/>
                  <a:pt x="164206" y="7716"/>
                </a:cubicBezTo>
                <a:cubicBezTo>
                  <a:pt x="177836" y="12859"/>
                  <a:pt x="189452" y="20103"/>
                  <a:pt x="199053" y="29447"/>
                </a:cubicBezTo>
                <a:cubicBezTo>
                  <a:pt x="208655" y="38791"/>
                  <a:pt x="216070" y="50107"/>
                  <a:pt x="221299" y="63394"/>
                </a:cubicBezTo>
                <a:cubicBezTo>
                  <a:pt x="226528" y="76681"/>
                  <a:pt x="229143" y="91469"/>
                  <a:pt x="229143" y="107757"/>
                </a:cubicBezTo>
                <a:cubicBezTo>
                  <a:pt x="229143" y="118387"/>
                  <a:pt x="227814" y="128416"/>
                  <a:pt x="225157" y="137846"/>
                </a:cubicBezTo>
                <a:cubicBezTo>
                  <a:pt x="222499" y="147276"/>
                  <a:pt x="218684" y="155505"/>
                  <a:pt x="213712" y="162535"/>
                </a:cubicBezTo>
                <a:cubicBezTo>
                  <a:pt x="208740" y="169564"/>
                  <a:pt x="202740" y="175137"/>
                  <a:pt x="195710" y="179251"/>
                </a:cubicBezTo>
                <a:cubicBezTo>
                  <a:pt x="188681" y="183366"/>
                  <a:pt x="180880" y="185424"/>
                  <a:pt x="172307" y="185424"/>
                </a:cubicBezTo>
                <a:cubicBezTo>
                  <a:pt x="164935" y="185424"/>
                  <a:pt x="158848" y="183752"/>
                  <a:pt x="154048" y="180409"/>
                </a:cubicBezTo>
                <a:cubicBezTo>
                  <a:pt x="149247" y="177065"/>
                  <a:pt x="145561" y="171536"/>
                  <a:pt x="142989" y="163821"/>
                </a:cubicBezTo>
                <a:cubicBezTo>
                  <a:pt x="138532" y="170679"/>
                  <a:pt x="132788" y="176079"/>
                  <a:pt x="125759" y="180023"/>
                </a:cubicBezTo>
                <a:cubicBezTo>
                  <a:pt x="118729" y="183966"/>
                  <a:pt x="110328" y="185938"/>
                  <a:pt x="100555" y="185938"/>
                </a:cubicBezTo>
                <a:cubicBezTo>
                  <a:pt x="95069" y="185938"/>
                  <a:pt x="89754" y="184781"/>
                  <a:pt x="84611" y="182466"/>
                </a:cubicBezTo>
                <a:cubicBezTo>
                  <a:pt x="79467" y="180151"/>
                  <a:pt x="74924" y="176680"/>
                  <a:pt x="70980" y="172050"/>
                </a:cubicBezTo>
                <a:cubicBezTo>
                  <a:pt x="67037" y="167421"/>
                  <a:pt x="63865" y="161549"/>
                  <a:pt x="61465" y="154434"/>
                </a:cubicBezTo>
                <a:cubicBezTo>
                  <a:pt x="59065" y="147319"/>
                  <a:pt x="57864" y="138875"/>
                  <a:pt x="57864" y="129102"/>
                </a:cubicBezTo>
                <a:cubicBezTo>
                  <a:pt x="57864" y="117615"/>
                  <a:pt x="59579" y="107114"/>
                  <a:pt x="63008" y="97598"/>
                </a:cubicBezTo>
                <a:cubicBezTo>
                  <a:pt x="66437" y="88083"/>
                  <a:pt x="71152" y="79896"/>
                  <a:pt x="77152" y="73038"/>
                </a:cubicBezTo>
                <a:cubicBezTo>
                  <a:pt x="83153" y="66180"/>
                  <a:pt x="90226" y="60865"/>
                  <a:pt x="98369" y="57093"/>
                </a:cubicBezTo>
                <a:cubicBezTo>
                  <a:pt x="106513" y="53321"/>
                  <a:pt x="115300" y="51435"/>
                  <a:pt x="124730" y="51435"/>
                </a:cubicBezTo>
                <a:cubicBezTo>
                  <a:pt x="132445" y="51435"/>
                  <a:pt x="139775" y="52678"/>
                  <a:pt x="146718" y="55164"/>
                </a:cubicBezTo>
                <a:cubicBezTo>
                  <a:pt x="153662" y="57650"/>
                  <a:pt x="159534" y="60865"/>
                  <a:pt x="164335" y="64808"/>
                </a:cubicBezTo>
                <a:lnTo>
                  <a:pt x="158163" y="141704"/>
                </a:lnTo>
                <a:cubicBezTo>
                  <a:pt x="157648" y="150105"/>
                  <a:pt x="158806" y="155934"/>
                  <a:pt x="161634" y="159192"/>
                </a:cubicBezTo>
                <a:cubicBezTo>
                  <a:pt x="164463" y="162449"/>
                  <a:pt x="167850" y="164078"/>
                  <a:pt x="171793" y="164078"/>
                </a:cubicBezTo>
                <a:cubicBezTo>
                  <a:pt x="176079" y="164078"/>
                  <a:pt x="180323" y="162792"/>
                  <a:pt x="184523" y="160220"/>
                </a:cubicBezTo>
                <a:cubicBezTo>
                  <a:pt x="188724" y="157649"/>
                  <a:pt x="192495" y="153877"/>
                  <a:pt x="195839" y="148905"/>
                </a:cubicBezTo>
                <a:cubicBezTo>
                  <a:pt x="199182" y="143933"/>
                  <a:pt x="201839" y="137889"/>
                  <a:pt x="203811" y="130774"/>
                </a:cubicBezTo>
                <a:cubicBezTo>
                  <a:pt x="205783" y="123659"/>
                  <a:pt x="206769" y="115558"/>
                  <a:pt x="206769" y="106471"/>
                </a:cubicBezTo>
                <a:cubicBezTo>
                  <a:pt x="206769" y="93783"/>
                  <a:pt x="204711" y="82211"/>
                  <a:pt x="200596" y="71752"/>
                </a:cubicBezTo>
                <a:cubicBezTo>
                  <a:pt x="196482" y="61294"/>
                  <a:pt x="190567" y="52335"/>
                  <a:pt x="182851" y="44877"/>
                </a:cubicBezTo>
                <a:cubicBezTo>
                  <a:pt x="175136" y="37419"/>
                  <a:pt x="165835" y="31633"/>
                  <a:pt x="154948" y="27518"/>
                </a:cubicBezTo>
                <a:cubicBezTo>
                  <a:pt x="144061" y="23403"/>
                  <a:pt x="131845" y="21346"/>
                  <a:pt x="118300" y="21346"/>
                </a:cubicBezTo>
                <a:cubicBezTo>
                  <a:pt x="104070" y="21346"/>
                  <a:pt x="91169" y="23875"/>
                  <a:pt x="79596" y="28933"/>
                </a:cubicBezTo>
                <a:cubicBezTo>
                  <a:pt x="68023" y="33990"/>
                  <a:pt x="58079" y="41063"/>
                  <a:pt x="49763" y="50149"/>
                </a:cubicBezTo>
                <a:cubicBezTo>
                  <a:pt x="41448" y="59236"/>
                  <a:pt x="35019" y="70081"/>
                  <a:pt x="30475" y="82682"/>
                </a:cubicBezTo>
                <a:cubicBezTo>
                  <a:pt x="25932" y="95284"/>
                  <a:pt x="23660" y="109214"/>
                  <a:pt x="23660" y="124473"/>
                </a:cubicBezTo>
                <a:cubicBezTo>
                  <a:pt x="23660" y="138703"/>
                  <a:pt x="25932" y="151691"/>
                  <a:pt x="30475" y="163435"/>
                </a:cubicBezTo>
                <a:cubicBezTo>
                  <a:pt x="35019" y="175179"/>
                  <a:pt x="41534" y="185295"/>
                  <a:pt x="50021" y="193782"/>
                </a:cubicBezTo>
                <a:cubicBezTo>
                  <a:pt x="58507" y="202268"/>
                  <a:pt x="68666" y="208869"/>
                  <a:pt x="80496" y="213584"/>
                </a:cubicBezTo>
                <a:cubicBezTo>
                  <a:pt x="92326" y="218299"/>
                  <a:pt x="105613" y="220656"/>
                  <a:pt x="120358" y="220656"/>
                </a:cubicBezTo>
                <a:cubicBezTo>
                  <a:pt x="134245" y="220656"/>
                  <a:pt x="147104" y="219456"/>
                  <a:pt x="158934" y="217056"/>
                </a:cubicBezTo>
                <a:cubicBezTo>
                  <a:pt x="170764" y="214656"/>
                  <a:pt x="180880" y="211570"/>
                  <a:pt x="189281" y="207798"/>
                </a:cubicBezTo>
                <a:lnTo>
                  <a:pt x="186195" y="230172"/>
                </a:lnTo>
                <a:cubicBezTo>
                  <a:pt x="179337" y="233430"/>
                  <a:pt x="170207" y="236387"/>
                  <a:pt x="158806" y="239044"/>
                </a:cubicBezTo>
                <a:cubicBezTo>
                  <a:pt x="147404" y="241702"/>
                  <a:pt x="134588" y="243031"/>
                  <a:pt x="120358" y="243031"/>
                </a:cubicBezTo>
                <a:cubicBezTo>
                  <a:pt x="102356" y="243031"/>
                  <a:pt x="85939" y="240116"/>
                  <a:pt x="71109" y="234287"/>
                </a:cubicBezTo>
                <a:cubicBezTo>
                  <a:pt x="56278" y="228457"/>
                  <a:pt x="43591" y="220356"/>
                  <a:pt x="33047" y="209984"/>
                </a:cubicBezTo>
                <a:cubicBezTo>
                  <a:pt x="22503" y="199611"/>
                  <a:pt x="14359" y="187181"/>
                  <a:pt x="8615" y="172693"/>
                </a:cubicBezTo>
                <a:cubicBezTo>
                  <a:pt x="2872" y="158206"/>
                  <a:pt x="0" y="142218"/>
                  <a:pt x="0" y="124730"/>
                </a:cubicBezTo>
                <a:cubicBezTo>
                  <a:pt x="0" y="107071"/>
                  <a:pt x="2829" y="90612"/>
                  <a:pt x="8487" y="75353"/>
                </a:cubicBezTo>
                <a:cubicBezTo>
                  <a:pt x="14145" y="60094"/>
                  <a:pt x="22160" y="46892"/>
                  <a:pt x="32533" y="35748"/>
                </a:cubicBezTo>
                <a:cubicBezTo>
                  <a:pt x="42905" y="24603"/>
                  <a:pt x="55378" y="15859"/>
                  <a:pt x="69952" y="9516"/>
                </a:cubicBezTo>
                <a:cubicBezTo>
                  <a:pt x="84525" y="3172"/>
                  <a:pt x="100727" y="0"/>
                  <a:pt x="118558" y="0"/>
                </a:cubicBezTo>
                <a:close/>
                <a:moveTo>
                  <a:pt x="122158" y="74324"/>
                </a:moveTo>
                <a:cubicBezTo>
                  <a:pt x="117186" y="74324"/>
                  <a:pt x="112471" y="75610"/>
                  <a:pt x="108013" y="78182"/>
                </a:cubicBezTo>
                <a:cubicBezTo>
                  <a:pt x="103556" y="80753"/>
                  <a:pt x="99655" y="84397"/>
                  <a:pt x="96312" y="89111"/>
                </a:cubicBezTo>
                <a:cubicBezTo>
                  <a:pt x="92969" y="93826"/>
                  <a:pt x="90268" y="99527"/>
                  <a:pt x="88211" y="106214"/>
                </a:cubicBezTo>
                <a:cubicBezTo>
                  <a:pt x="86154" y="112900"/>
                  <a:pt x="85125" y="120273"/>
                  <a:pt x="85125" y="128331"/>
                </a:cubicBezTo>
                <a:cubicBezTo>
                  <a:pt x="85125" y="135017"/>
                  <a:pt x="85811" y="140589"/>
                  <a:pt x="87182" y="145047"/>
                </a:cubicBezTo>
                <a:cubicBezTo>
                  <a:pt x="88554" y="149505"/>
                  <a:pt x="90268" y="153105"/>
                  <a:pt x="92326" y="155848"/>
                </a:cubicBezTo>
                <a:cubicBezTo>
                  <a:pt x="94383" y="158592"/>
                  <a:pt x="96698" y="160563"/>
                  <a:pt x="99270" y="161763"/>
                </a:cubicBezTo>
                <a:cubicBezTo>
                  <a:pt x="101841" y="162964"/>
                  <a:pt x="104413" y="163564"/>
                  <a:pt x="106985" y="163564"/>
                </a:cubicBezTo>
                <a:cubicBezTo>
                  <a:pt x="111785" y="163564"/>
                  <a:pt x="116586" y="162063"/>
                  <a:pt x="121387" y="159063"/>
                </a:cubicBezTo>
                <a:cubicBezTo>
                  <a:pt x="126187" y="156063"/>
                  <a:pt x="130045" y="151819"/>
                  <a:pt x="132959" y="146333"/>
                </a:cubicBezTo>
                <a:lnTo>
                  <a:pt x="138617" y="78182"/>
                </a:lnTo>
                <a:cubicBezTo>
                  <a:pt x="136560" y="76981"/>
                  <a:pt x="134031" y="76038"/>
                  <a:pt x="131031" y="75353"/>
                </a:cubicBezTo>
                <a:cubicBezTo>
                  <a:pt x="128030" y="74667"/>
                  <a:pt x="125073" y="74324"/>
                  <a:pt x="122158" y="74324"/>
                </a:cubicBezTo>
                <a:close/>
              </a:path>
            </a:pathLst>
          </a:cu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7066" y="1478125"/>
            <a:ext cx="5604934" cy="538093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5528396" cy="4936067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6917603" y="1848392"/>
            <a:ext cx="3985682" cy="3685762"/>
            <a:chOff x="6647920" y="1440391"/>
            <a:chExt cx="4669368" cy="4318000"/>
          </a:xfrm>
          <a:blipFill>
            <a:blip r:embed="rId3"/>
            <a:stretch>
              <a:fillRect l="-32000" r="-6000"/>
            </a:stretch>
          </a:blipFill>
        </p:grpSpPr>
        <p:sp>
          <p:nvSpPr>
            <p:cNvPr id="2" name="矩形 1"/>
            <p:cNvSpPr/>
            <p:nvPr/>
          </p:nvSpPr>
          <p:spPr>
            <a:xfrm>
              <a:off x="6647920" y="1446352"/>
              <a:ext cx="1481666" cy="3853781"/>
            </a:xfrm>
            <a:prstGeom prst="rect">
              <a:avLst/>
            </a:prstGeom>
            <a:grpFill/>
            <a:ln w="19050">
              <a:solidFill>
                <a:srgbClr val="2866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8239654" y="2008878"/>
              <a:ext cx="1481666" cy="3749513"/>
            </a:xfrm>
            <a:prstGeom prst="rect">
              <a:avLst/>
            </a:prstGeom>
            <a:grpFill/>
            <a:ln w="19050">
              <a:solidFill>
                <a:srgbClr val="2866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9835622" y="1440391"/>
              <a:ext cx="1481666" cy="3859742"/>
            </a:xfrm>
            <a:prstGeom prst="rect">
              <a:avLst/>
            </a:prstGeom>
            <a:grpFill/>
            <a:ln w="19050">
              <a:solidFill>
                <a:srgbClr val="2866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86674"/>
                </a:solidFill>
              </a:endParaRPr>
            </a:p>
          </p:txBody>
        </p:sp>
      </p:grpSp>
      <p:sp>
        <p:nvSpPr>
          <p:cNvPr id="6" name="1"/>
          <p:cNvSpPr txBox="1">
            <a:spLocks noChangeArrowheads="1"/>
          </p:cNvSpPr>
          <p:nvPr/>
        </p:nvSpPr>
        <p:spPr bwMode="auto">
          <a:xfrm>
            <a:off x="865356" y="2211355"/>
            <a:ext cx="16407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</a:t>
            </a:r>
            <a:r>
              <a:rPr lang="zh-CN" altLang="en-US" sz="2400" noProof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作回顾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7" name="1"/>
          <p:cNvSpPr txBox="1">
            <a:spLocks noChangeArrowheads="1"/>
          </p:cNvSpPr>
          <p:nvPr/>
        </p:nvSpPr>
        <p:spPr bwMode="auto">
          <a:xfrm>
            <a:off x="896652" y="3287573"/>
            <a:ext cx="49622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2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en-US" altLang="zh-CN" sz="1200" dirty="0" smtClean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97623" y="2583039"/>
            <a:ext cx="295764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6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</a:rPr>
              <a:t>单击添加副标题</a:t>
            </a:r>
            <a:endParaRPr lang="zh-CN" altLang="en-US" sz="16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</a:endParaRPr>
          </a:p>
        </p:txBody>
      </p:sp>
      <p:sp>
        <p:nvSpPr>
          <p:cNvPr id="10" name="1"/>
          <p:cNvSpPr txBox="1">
            <a:spLocks noChangeArrowheads="1"/>
          </p:cNvSpPr>
          <p:nvPr/>
        </p:nvSpPr>
        <p:spPr bwMode="auto">
          <a:xfrm>
            <a:off x="896652" y="4271965"/>
            <a:ext cx="49622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2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en-US" altLang="zh-CN" sz="1200" dirty="0" smtClean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3" name="文本框 2"/>
          <p:cNvSpPr txBox="1"/>
          <p:nvPr>
            <p:custDataLst>
              <p:tags r:id="rId4"/>
            </p:custDataLst>
          </p:nvPr>
        </p:nvSpPr>
        <p:spPr>
          <a:xfrm>
            <a:off x="797623" y="628141"/>
            <a:ext cx="235210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</a:t>
            </a:r>
            <a:r>
              <a:rPr lang="zh-CN" altLang="en-US" sz="28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作内容概述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4" name="圆角矩形 13"/>
          <p:cNvSpPr/>
          <p:nvPr/>
        </p:nvSpPr>
        <p:spPr>
          <a:xfrm rot="18917253">
            <a:off x="464199" y="751640"/>
            <a:ext cx="276220" cy="276220"/>
          </a:xfrm>
          <a:prstGeom prst="roundRect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7066" y="1478125"/>
            <a:ext cx="5604934" cy="5380931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5528396" cy="4936067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>
          <a:xfrm flipH="1">
            <a:off x="6076417" y="609601"/>
            <a:ext cx="6054726" cy="6054726"/>
          </a:xfrm>
          <a:prstGeom prst="ellipse">
            <a:avLst/>
          </a:prstGeom>
          <a:gradFill flip="none" rotWithShape="1">
            <a:gsLst>
              <a:gs pos="36000">
                <a:srgbClr val="C0F4F5">
                  <a:alpha val="0"/>
                </a:srgbClr>
              </a:gs>
              <a:gs pos="100000">
                <a:srgbClr val="C0F4F5">
                  <a:alpha val="4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77791" y="609601"/>
            <a:ext cx="6054726" cy="6054726"/>
          </a:xfrm>
          <a:prstGeom prst="ellipse">
            <a:avLst/>
          </a:prstGeom>
          <a:gradFill flip="none" rotWithShape="1">
            <a:gsLst>
              <a:gs pos="36000">
                <a:srgbClr val="C0F4F5">
                  <a:alpha val="0"/>
                </a:srgbClr>
              </a:gs>
              <a:gs pos="100000">
                <a:srgbClr val="C0F4F5">
                  <a:alpha val="4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833456" y="2856229"/>
            <a:ext cx="2860567" cy="0"/>
          </a:xfrm>
          <a:prstGeom prst="line">
            <a:avLst/>
          </a:prstGeom>
          <a:ln w="12700">
            <a:solidFill>
              <a:srgbClr val="28667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833456" y="4417701"/>
            <a:ext cx="2860567" cy="0"/>
          </a:xfrm>
          <a:prstGeom prst="line">
            <a:avLst/>
          </a:prstGeom>
          <a:ln w="12700">
            <a:solidFill>
              <a:srgbClr val="28667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534507" y="2856229"/>
            <a:ext cx="2860567" cy="0"/>
          </a:xfrm>
          <a:prstGeom prst="line">
            <a:avLst/>
          </a:prstGeom>
          <a:ln w="12700">
            <a:solidFill>
              <a:srgbClr val="28667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8534507" y="4417701"/>
            <a:ext cx="2860567" cy="0"/>
          </a:xfrm>
          <a:prstGeom prst="line">
            <a:avLst/>
          </a:prstGeom>
          <a:ln w="12700">
            <a:solidFill>
              <a:srgbClr val="28667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"/>
          <p:cNvSpPr txBox="1">
            <a:spLocks noChangeArrowheads="1"/>
          </p:cNvSpPr>
          <p:nvPr/>
        </p:nvSpPr>
        <p:spPr bwMode="auto">
          <a:xfrm>
            <a:off x="864660" y="1727886"/>
            <a:ext cx="280944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</a:t>
            </a:r>
            <a:r>
              <a:rPr lang="zh-CN" altLang="en-US" sz="12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356335" y="2709335"/>
            <a:ext cx="1855258" cy="1855258"/>
          </a:xfrm>
          <a:prstGeom prst="ellipse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981883" y="2709335"/>
            <a:ext cx="1855258" cy="1855258"/>
          </a:xfrm>
          <a:prstGeom prst="ellipse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1"/>
          <p:cNvSpPr txBox="1">
            <a:spLocks noChangeArrowheads="1"/>
          </p:cNvSpPr>
          <p:nvPr/>
        </p:nvSpPr>
        <p:spPr bwMode="auto">
          <a:xfrm>
            <a:off x="4064572" y="3243568"/>
            <a:ext cx="1679330" cy="81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上半年</a:t>
            </a:r>
            <a:endParaRPr lang="en-US" altLang="zh-CN" sz="2400" noProof="0" dirty="0" smtClean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工作回顾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2" name="1"/>
          <p:cNvSpPr txBox="1">
            <a:spLocks noChangeArrowheads="1"/>
          </p:cNvSpPr>
          <p:nvPr/>
        </p:nvSpPr>
        <p:spPr bwMode="auto">
          <a:xfrm>
            <a:off x="6527349" y="3243568"/>
            <a:ext cx="1596021" cy="81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 algn="ctr">
              <a:spcBef>
                <a:spcPct val="20000"/>
              </a:spcBef>
              <a:defRPr/>
            </a:pPr>
            <a:r>
              <a:rPr lang="zh-CN" altLang="en-US" sz="240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下半年</a:t>
            </a:r>
            <a:endParaRPr lang="en-US" altLang="zh-CN" sz="2400" dirty="0" smtClean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  <a:p>
            <a:pPr lvl="0" algn="ctr">
              <a:spcBef>
                <a:spcPct val="20000"/>
              </a:spcBef>
              <a:defRPr/>
            </a:pPr>
            <a:r>
              <a:rPr lang="zh-CN" altLang="en-US" sz="2400" dirty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</a:t>
            </a:r>
            <a:r>
              <a:rPr lang="zh-CN" altLang="en-US" sz="240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作计划</a:t>
            </a:r>
            <a:endParaRPr lang="en-US" altLang="zh-CN" sz="2400" dirty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3" name="1"/>
          <p:cNvSpPr txBox="1">
            <a:spLocks noChangeArrowheads="1"/>
          </p:cNvSpPr>
          <p:nvPr/>
        </p:nvSpPr>
        <p:spPr bwMode="auto">
          <a:xfrm>
            <a:off x="872325" y="3221467"/>
            <a:ext cx="280944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</a:t>
            </a:r>
            <a:r>
              <a:rPr lang="zh-CN" altLang="en-US" sz="12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4" name="1"/>
          <p:cNvSpPr txBox="1">
            <a:spLocks noChangeArrowheads="1"/>
          </p:cNvSpPr>
          <p:nvPr/>
        </p:nvSpPr>
        <p:spPr bwMode="auto">
          <a:xfrm>
            <a:off x="859017" y="4808064"/>
            <a:ext cx="280944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</a:t>
            </a:r>
            <a:r>
              <a:rPr lang="zh-CN" altLang="en-US" sz="12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5" name="1"/>
          <p:cNvSpPr txBox="1">
            <a:spLocks noChangeArrowheads="1"/>
          </p:cNvSpPr>
          <p:nvPr/>
        </p:nvSpPr>
        <p:spPr bwMode="auto">
          <a:xfrm>
            <a:off x="8584412" y="1727886"/>
            <a:ext cx="280944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</a:t>
            </a:r>
            <a:r>
              <a:rPr lang="zh-CN" altLang="en-US" sz="12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6" name="1"/>
          <p:cNvSpPr txBox="1">
            <a:spLocks noChangeArrowheads="1"/>
          </p:cNvSpPr>
          <p:nvPr/>
        </p:nvSpPr>
        <p:spPr bwMode="auto">
          <a:xfrm>
            <a:off x="8592077" y="3221467"/>
            <a:ext cx="280944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</a:t>
            </a:r>
            <a:r>
              <a:rPr lang="zh-CN" altLang="en-US" sz="12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7" name="1"/>
          <p:cNvSpPr txBox="1">
            <a:spLocks noChangeArrowheads="1"/>
          </p:cNvSpPr>
          <p:nvPr/>
        </p:nvSpPr>
        <p:spPr bwMode="auto">
          <a:xfrm>
            <a:off x="8578769" y="4808064"/>
            <a:ext cx="280944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</a:t>
            </a:r>
            <a:r>
              <a:rPr lang="zh-CN" altLang="en-US" sz="12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8" name="文本框 2"/>
          <p:cNvSpPr txBox="1"/>
          <p:nvPr>
            <p:custDataLst>
              <p:tags r:id="rId3"/>
            </p:custDataLst>
          </p:nvPr>
        </p:nvSpPr>
        <p:spPr>
          <a:xfrm>
            <a:off x="797623" y="628141"/>
            <a:ext cx="235210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</a:t>
            </a:r>
            <a:r>
              <a:rPr lang="zh-CN" altLang="en-US" sz="28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作内容概述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9" name="圆角矩形 18"/>
          <p:cNvSpPr/>
          <p:nvPr/>
        </p:nvSpPr>
        <p:spPr>
          <a:xfrm rot="18917253">
            <a:off x="464199" y="751640"/>
            <a:ext cx="276220" cy="276220"/>
          </a:xfrm>
          <a:prstGeom prst="roundRect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6679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7066" y="1478125"/>
            <a:ext cx="5604934" cy="5380931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5528396" cy="4936067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874713" y="5458479"/>
            <a:ext cx="104425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2106710" y="5116451"/>
            <a:ext cx="656135" cy="656135"/>
          </a:xfrm>
          <a:prstGeom prst="ellipse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74713" y="2366271"/>
            <a:ext cx="3120128" cy="2609352"/>
          </a:xfrm>
          <a:prstGeom prst="rect">
            <a:avLst/>
          </a:prstGeom>
          <a:gradFill>
            <a:gsLst>
              <a:gs pos="0">
                <a:srgbClr val="C0F4F5">
                  <a:alpha val="50000"/>
                </a:srgbClr>
              </a:gs>
              <a:gs pos="100000">
                <a:srgbClr val="C0F4F5">
                  <a:alpha val="0"/>
                </a:srgbClr>
              </a:gs>
            </a:gsLst>
            <a:lin ang="59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583198" y="2139415"/>
            <a:ext cx="1703157" cy="453710"/>
          </a:xfrm>
          <a:prstGeom prst="roundRect">
            <a:avLst>
              <a:gd name="adj" fmla="val 50000"/>
            </a:avLst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1"/>
          <p:cNvSpPr txBox="1">
            <a:spLocks noChangeArrowheads="1"/>
          </p:cNvSpPr>
          <p:nvPr/>
        </p:nvSpPr>
        <p:spPr bwMode="auto">
          <a:xfrm>
            <a:off x="1583198" y="2212381"/>
            <a:ext cx="16803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工作亮点</a:t>
            </a:r>
            <a:endParaRPr lang="en-US" altLang="zh-CN" sz="2000" dirty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2" name="1"/>
          <p:cNvSpPr txBox="1">
            <a:spLocks noChangeArrowheads="1"/>
          </p:cNvSpPr>
          <p:nvPr/>
        </p:nvSpPr>
        <p:spPr bwMode="auto">
          <a:xfrm>
            <a:off x="1327893" y="2974468"/>
            <a:ext cx="2190973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767933" y="5116451"/>
            <a:ext cx="656135" cy="656135"/>
          </a:xfrm>
          <a:prstGeom prst="ellipse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535936" y="2366271"/>
            <a:ext cx="3120128" cy="2609352"/>
          </a:xfrm>
          <a:prstGeom prst="rect">
            <a:avLst/>
          </a:prstGeom>
          <a:gradFill>
            <a:gsLst>
              <a:gs pos="0">
                <a:srgbClr val="C0F4F5">
                  <a:alpha val="50000"/>
                </a:srgbClr>
              </a:gs>
              <a:gs pos="100000">
                <a:srgbClr val="C0F4F5">
                  <a:alpha val="0"/>
                </a:srgbClr>
              </a:gs>
            </a:gsLst>
            <a:lin ang="59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5244421" y="2139415"/>
            <a:ext cx="1703157" cy="453710"/>
          </a:xfrm>
          <a:prstGeom prst="roundRect">
            <a:avLst>
              <a:gd name="adj" fmla="val 50000"/>
            </a:avLst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1"/>
          <p:cNvSpPr txBox="1">
            <a:spLocks noChangeArrowheads="1"/>
          </p:cNvSpPr>
          <p:nvPr/>
        </p:nvSpPr>
        <p:spPr bwMode="auto">
          <a:xfrm>
            <a:off x="5244421" y="2212381"/>
            <a:ext cx="16803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工作亮点</a:t>
            </a:r>
            <a:endParaRPr lang="en-US" altLang="zh-CN" sz="2000" dirty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7" name="1"/>
          <p:cNvSpPr txBox="1">
            <a:spLocks noChangeArrowheads="1"/>
          </p:cNvSpPr>
          <p:nvPr/>
        </p:nvSpPr>
        <p:spPr bwMode="auto">
          <a:xfrm>
            <a:off x="4989116" y="2974468"/>
            <a:ext cx="2190973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9429156" y="5116451"/>
            <a:ext cx="656135" cy="656135"/>
          </a:xfrm>
          <a:prstGeom prst="ellipse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197159" y="2366271"/>
            <a:ext cx="3120128" cy="2609352"/>
          </a:xfrm>
          <a:prstGeom prst="rect">
            <a:avLst/>
          </a:prstGeom>
          <a:gradFill>
            <a:gsLst>
              <a:gs pos="0">
                <a:srgbClr val="C0F4F5">
                  <a:alpha val="50000"/>
                </a:srgbClr>
              </a:gs>
              <a:gs pos="100000">
                <a:srgbClr val="C0F4F5">
                  <a:alpha val="0"/>
                </a:srgbClr>
              </a:gs>
            </a:gsLst>
            <a:lin ang="59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8905644" y="2139415"/>
            <a:ext cx="1703157" cy="453710"/>
          </a:xfrm>
          <a:prstGeom prst="roundRect">
            <a:avLst>
              <a:gd name="adj" fmla="val 50000"/>
            </a:avLst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1"/>
          <p:cNvSpPr txBox="1">
            <a:spLocks noChangeArrowheads="1"/>
          </p:cNvSpPr>
          <p:nvPr/>
        </p:nvSpPr>
        <p:spPr bwMode="auto">
          <a:xfrm>
            <a:off x="8905644" y="2212381"/>
            <a:ext cx="16803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工作亮点</a:t>
            </a:r>
            <a:endParaRPr lang="en-US" altLang="zh-CN" sz="2000" dirty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7" name="1"/>
          <p:cNvSpPr txBox="1">
            <a:spLocks noChangeArrowheads="1"/>
          </p:cNvSpPr>
          <p:nvPr/>
        </p:nvSpPr>
        <p:spPr bwMode="auto">
          <a:xfrm>
            <a:off x="8650339" y="2974468"/>
            <a:ext cx="2190973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8" name="1"/>
          <p:cNvSpPr txBox="1">
            <a:spLocks noChangeArrowheads="1"/>
          </p:cNvSpPr>
          <p:nvPr/>
        </p:nvSpPr>
        <p:spPr bwMode="auto">
          <a:xfrm>
            <a:off x="2191993" y="5303688"/>
            <a:ext cx="485566" cy="309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01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9" name="1"/>
          <p:cNvSpPr txBox="1">
            <a:spLocks noChangeArrowheads="1"/>
          </p:cNvSpPr>
          <p:nvPr/>
        </p:nvSpPr>
        <p:spPr bwMode="auto">
          <a:xfrm>
            <a:off x="5853217" y="5303688"/>
            <a:ext cx="485566" cy="309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02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0" name="1"/>
          <p:cNvSpPr txBox="1">
            <a:spLocks noChangeArrowheads="1"/>
          </p:cNvSpPr>
          <p:nvPr/>
        </p:nvSpPr>
        <p:spPr bwMode="auto">
          <a:xfrm>
            <a:off x="9514439" y="5289727"/>
            <a:ext cx="485566" cy="309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03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1" name="文本框 2"/>
          <p:cNvSpPr txBox="1"/>
          <p:nvPr>
            <p:custDataLst>
              <p:tags r:id="rId3"/>
            </p:custDataLst>
          </p:nvPr>
        </p:nvSpPr>
        <p:spPr>
          <a:xfrm>
            <a:off x="797623" y="628141"/>
            <a:ext cx="235210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</a:t>
            </a:r>
            <a:r>
              <a:rPr lang="zh-CN" altLang="en-US" sz="28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作内容概述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2" name="圆角矩形 21"/>
          <p:cNvSpPr/>
          <p:nvPr/>
        </p:nvSpPr>
        <p:spPr>
          <a:xfrm rot="18917253">
            <a:off x="464199" y="751640"/>
            <a:ext cx="276220" cy="276220"/>
          </a:xfrm>
          <a:prstGeom prst="roundRect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6679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7066" y="1478125"/>
            <a:ext cx="5604934" cy="5380931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5528396" cy="4936067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203078" y="1872581"/>
            <a:ext cx="3200400" cy="8723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2866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286674"/>
              </a:solidFill>
            </a:endParaRPr>
          </a:p>
        </p:txBody>
      </p:sp>
      <p:sp>
        <p:nvSpPr>
          <p:cNvPr id="3" name="椭圆 2"/>
          <p:cNvSpPr/>
          <p:nvPr/>
        </p:nvSpPr>
        <p:spPr>
          <a:xfrm>
            <a:off x="874713" y="1735388"/>
            <a:ext cx="1127690" cy="1127690"/>
          </a:xfrm>
          <a:prstGeom prst="ellipse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4" name="1"/>
          <p:cNvSpPr txBox="1">
            <a:spLocks noChangeArrowheads="1"/>
          </p:cNvSpPr>
          <p:nvPr/>
        </p:nvSpPr>
        <p:spPr bwMode="auto">
          <a:xfrm>
            <a:off x="2214588" y="2145344"/>
            <a:ext cx="16803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工作项目</a:t>
            </a:r>
            <a:endParaRPr lang="en-US" altLang="zh-CN" sz="20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5" name="1"/>
          <p:cNvSpPr txBox="1">
            <a:spLocks noChangeArrowheads="1"/>
          </p:cNvSpPr>
          <p:nvPr/>
        </p:nvSpPr>
        <p:spPr bwMode="auto">
          <a:xfrm>
            <a:off x="4896914" y="2025565"/>
            <a:ext cx="648014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203078" y="3273034"/>
            <a:ext cx="3200400" cy="8723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2866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286674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874713" y="3135841"/>
            <a:ext cx="1127690" cy="1127690"/>
          </a:xfrm>
          <a:prstGeom prst="ellipse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8" name="1"/>
          <p:cNvSpPr txBox="1">
            <a:spLocks noChangeArrowheads="1"/>
          </p:cNvSpPr>
          <p:nvPr/>
        </p:nvSpPr>
        <p:spPr bwMode="auto">
          <a:xfrm>
            <a:off x="2214588" y="3545797"/>
            <a:ext cx="16803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工作项目</a:t>
            </a:r>
            <a:endParaRPr lang="en-US" altLang="zh-CN" sz="20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4896914" y="3426018"/>
            <a:ext cx="648014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203078" y="4673487"/>
            <a:ext cx="3200400" cy="8723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2866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286674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874713" y="4536294"/>
            <a:ext cx="1127690" cy="1127690"/>
          </a:xfrm>
          <a:prstGeom prst="ellipse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12" name="1"/>
          <p:cNvSpPr txBox="1">
            <a:spLocks noChangeArrowheads="1"/>
          </p:cNvSpPr>
          <p:nvPr/>
        </p:nvSpPr>
        <p:spPr bwMode="auto">
          <a:xfrm>
            <a:off x="2214588" y="4946250"/>
            <a:ext cx="16803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工作项目</a:t>
            </a:r>
            <a:endParaRPr lang="en-US" altLang="zh-CN" sz="20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3" name="1"/>
          <p:cNvSpPr txBox="1">
            <a:spLocks noChangeArrowheads="1"/>
          </p:cNvSpPr>
          <p:nvPr/>
        </p:nvSpPr>
        <p:spPr bwMode="auto">
          <a:xfrm>
            <a:off x="4896914" y="4826471"/>
            <a:ext cx="648014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/>
        </p:nvSpPr>
        <p:spPr bwMode="auto">
          <a:xfrm>
            <a:off x="1140341" y="4826471"/>
            <a:ext cx="578426" cy="518052"/>
          </a:xfrm>
          <a:custGeom>
            <a:avLst/>
            <a:gdLst>
              <a:gd name="connsiteX0" fmla="*/ 183502 w 392873"/>
              <a:gd name="connsiteY0" fmla="*/ 259270 h 351866"/>
              <a:gd name="connsiteX1" fmla="*/ 209371 w 392873"/>
              <a:gd name="connsiteY1" fmla="*/ 259270 h 351866"/>
              <a:gd name="connsiteX2" fmla="*/ 218263 w 392873"/>
              <a:gd name="connsiteY2" fmla="*/ 267135 h 351866"/>
              <a:gd name="connsiteX3" fmla="*/ 218263 w 392873"/>
              <a:gd name="connsiteY3" fmla="*/ 279720 h 351866"/>
              <a:gd name="connsiteX4" fmla="*/ 209371 w 392873"/>
              <a:gd name="connsiteY4" fmla="*/ 288372 h 351866"/>
              <a:gd name="connsiteX5" fmla="*/ 183502 w 392873"/>
              <a:gd name="connsiteY5" fmla="*/ 288372 h 351866"/>
              <a:gd name="connsiteX6" fmla="*/ 174610 w 392873"/>
              <a:gd name="connsiteY6" fmla="*/ 279720 h 351866"/>
              <a:gd name="connsiteX7" fmla="*/ 174610 w 392873"/>
              <a:gd name="connsiteY7" fmla="*/ 267135 h 351866"/>
              <a:gd name="connsiteX8" fmla="*/ 183502 w 392873"/>
              <a:gd name="connsiteY8" fmla="*/ 259270 h 351866"/>
              <a:gd name="connsiteX9" fmla="*/ 384935 w 392873"/>
              <a:gd name="connsiteY9" fmla="*/ 222231 h 351866"/>
              <a:gd name="connsiteX10" fmla="*/ 384935 w 392873"/>
              <a:gd name="connsiteY10" fmla="*/ 330260 h 351866"/>
              <a:gd name="connsiteX11" fmla="*/ 364153 w 392873"/>
              <a:gd name="connsiteY11" fmla="*/ 351866 h 351866"/>
              <a:gd name="connsiteX12" fmla="*/ 30841 w 392873"/>
              <a:gd name="connsiteY12" fmla="*/ 351866 h 351866"/>
              <a:gd name="connsiteX13" fmla="*/ 9259 w 392873"/>
              <a:gd name="connsiteY13" fmla="*/ 330260 h 351866"/>
              <a:gd name="connsiteX14" fmla="*/ 9259 w 392873"/>
              <a:gd name="connsiteY14" fmla="*/ 223031 h 351866"/>
              <a:gd name="connsiteX15" fmla="*/ 10058 w 392873"/>
              <a:gd name="connsiteY15" fmla="*/ 223031 h 351866"/>
              <a:gd name="connsiteX16" fmla="*/ 10858 w 392873"/>
              <a:gd name="connsiteY16" fmla="*/ 223031 h 351866"/>
              <a:gd name="connsiteX17" fmla="*/ 20449 w 392873"/>
              <a:gd name="connsiteY17" fmla="*/ 227032 h 351866"/>
              <a:gd name="connsiteX18" fmla="*/ 162727 w 392873"/>
              <a:gd name="connsiteY18" fmla="*/ 255840 h 351866"/>
              <a:gd name="connsiteX19" fmla="*/ 162727 w 392873"/>
              <a:gd name="connsiteY19" fmla="*/ 272645 h 351866"/>
              <a:gd name="connsiteX20" fmla="*/ 188305 w 392873"/>
              <a:gd name="connsiteY20" fmla="*/ 299052 h 351866"/>
              <a:gd name="connsiteX21" fmla="*/ 205890 w 392873"/>
              <a:gd name="connsiteY21" fmla="*/ 299052 h 351866"/>
              <a:gd name="connsiteX22" fmla="*/ 232267 w 392873"/>
              <a:gd name="connsiteY22" fmla="*/ 272645 h 351866"/>
              <a:gd name="connsiteX23" fmla="*/ 232267 w 392873"/>
              <a:gd name="connsiteY23" fmla="*/ 255840 h 351866"/>
              <a:gd name="connsiteX24" fmla="*/ 364952 w 392873"/>
              <a:gd name="connsiteY24" fmla="*/ 230233 h 351866"/>
              <a:gd name="connsiteX25" fmla="*/ 371347 w 392873"/>
              <a:gd name="connsiteY25" fmla="*/ 227833 h 351866"/>
              <a:gd name="connsiteX26" fmla="*/ 380139 w 392873"/>
              <a:gd name="connsiteY26" fmla="*/ 224632 h 351866"/>
              <a:gd name="connsiteX27" fmla="*/ 384935 w 392873"/>
              <a:gd name="connsiteY27" fmla="*/ 222231 h 351866"/>
              <a:gd name="connsiteX28" fmla="*/ 183502 w 392873"/>
              <a:gd name="connsiteY28" fmla="*/ 216940 h 351866"/>
              <a:gd name="connsiteX29" fmla="*/ 209371 w 392873"/>
              <a:gd name="connsiteY29" fmla="*/ 216940 h 351866"/>
              <a:gd name="connsiteX30" fmla="*/ 218263 w 392873"/>
              <a:gd name="connsiteY30" fmla="*/ 224957 h 351866"/>
              <a:gd name="connsiteX31" fmla="*/ 218263 w 392873"/>
              <a:gd name="connsiteY31" fmla="*/ 235379 h 351866"/>
              <a:gd name="connsiteX32" fmla="*/ 209371 w 392873"/>
              <a:gd name="connsiteY32" fmla="*/ 243396 h 351866"/>
              <a:gd name="connsiteX33" fmla="*/ 183502 w 392873"/>
              <a:gd name="connsiteY33" fmla="*/ 243396 h 351866"/>
              <a:gd name="connsiteX34" fmla="*/ 174610 w 392873"/>
              <a:gd name="connsiteY34" fmla="*/ 235379 h 351866"/>
              <a:gd name="connsiteX35" fmla="*/ 174610 w 392873"/>
              <a:gd name="connsiteY35" fmla="*/ 224957 h 351866"/>
              <a:gd name="connsiteX36" fmla="*/ 183502 w 392873"/>
              <a:gd name="connsiteY36" fmla="*/ 216940 h 351866"/>
              <a:gd name="connsiteX37" fmla="*/ 20846 w 392873"/>
              <a:gd name="connsiteY37" fmla="*/ 79368 h 351866"/>
              <a:gd name="connsiteX38" fmla="*/ 372027 w 392873"/>
              <a:gd name="connsiteY38" fmla="*/ 79368 h 351866"/>
              <a:gd name="connsiteX39" fmla="*/ 392873 w 392873"/>
              <a:gd name="connsiteY39" fmla="*/ 100004 h 351866"/>
              <a:gd name="connsiteX40" fmla="*/ 392873 w 392873"/>
              <a:gd name="connsiteY40" fmla="*/ 192072 h 351866"/>
              <a:gd name="connsiteX41" fmla="*/ 388864 w 392873"/>
              <a:gd name="connsiteY41" fmla="*/ 198421 h 351866"/>
              <a:gd name="connsiteX42" fmla="*/ 360000 w 392873"/>
              <a:gd name="connsiteY42" fmla="*/ 209533 h 351866"/>
              <a:gd name="connsiteX43" fmla="*/ 230913 w 392873"/>
              <a:gd name="connsiteY43" fmla="*/ 234137 h 351866"/>
              <a:gd name="connsiteX44" fmla="*/ 230913 w 392873"/>
              <a:gd name="connsiteY44" fmla="*/ 221438 h 351866"/>
              <a:gd name="connsiteX45" fmla="*/ 205256 w 392873"/>
              <a:gd name="connsiteY45" fmla="*/ 201596 h 351866"/>
              <a:gd name="connsiteX46" fmla="*/ 187617 w 392873"/>
              <a:gd name="connsiteY46" fmla="*/ 201596 h 351866"/>
              <a:gd name="connsiteX47" fmla="*/ 161960 w 392873"/>
              <a:gd name="connsiteY47" fmla="*/ 218263 h 351866"/>
              <a:gd name="connsiteX48" fmla="*/ 161960 w 392873"/>
              <a:gd name="connsiteY48" fmla="*/ 234137 h 351866"/>
              <a:gd name="connsiteX49" fmla="*/ 14432 w 392873"/>
              <a:gd name="connsiteY49" fmla="*/ 202390 h 351866"/>
              <a:gd name="connsiteX50" fmla="*/ 4811 w 392873"/>
              <a:gd name="connsiteY50" fmla="*/ 198421 h 351866"/>
              <a:gd name="connsiteX51" fmla="*/ 0 w 392873"/>
              <a:gd name="connsiteY51" fmla="*/ 192072 h 351866"/>
              <a:gd name="connsiteX52" fmla="*/ 0 w 392873"/>
              <a:gd name="connsiteY52" fmla="*/ 100004 h 351866"/>
              <a:gd name="connsiteX53" fmla="*/ 20846 w 392873"/>
              <a:gd name="connsiteY53" fmla="*/ 79368 h 351866"/>
              <a:gd name="connsiteX54" fmla="*/ 156324 w 392873"/>
              <a:gd name="connsiteY54" fmla="*/ 0 h 351866"/>
              <a:gd name="connsiteX55" fmla="*/ 237872 w 392873"/>
              <a:gd name="connsiteY55" fmla="*/ 0 h 351866"/>
              <a:gd name="connsiteX56" fmla="*/ 269852 w 392873"/>
              <a:gd name="connsiteY56" fmla="*/ 32297 h 351866"/>
              <a:gd name="connsiteX57" fmla="*/ 269852 w 392873"/>
              <a:gd name="connsiteY57" fmla="*/ 58135 h 351866"/>
              <a:gd name="connsiteX58" fmla="*/ 261857 w 392873"/>
              <a:gd name="connsiteY58" fmla="*/ 62172 h 351866"/>
              <a:gd name="connsiteX59" fmla="*/ 252263 w 392873"/>
              <a:gd name="connsiteY59" fmla="*/ 62172 h 351866"/>
              <a:gd name="connsiteX60" fmla="*/ 243469 w 392873"/>
              <a:gd name="connsiteY60" fmla="*/ 58135 h 351866"/>
              <a:gd name="connsiteX61" fmla="*/ 243469 w 392873"/>
              <a:gd name="connsiteY61" fmla="*/ 32297 h 351866"/>
              <a:gd name="connsiteX62" fmla="*/ 237872 w 392873"/>
              <a:gd name="connsiteY62" fmla="*/ 26645 h 351866"/>
              <a:gd name="connsiteX63" fmla="*/ 156324 w 392873"/>
              <a:gd name="connsiteY63" fmla="*/ 26645 h 351866"/>
              <a:gd name="connsiteX64" fmla="*/ 150727 w 392873"/>
              <a:gd name="connsiteY64" fmla="*/ 32297 h 351866"/>
              <a:gd name="connsiteX65" fmla="*/ 150727 w 392873"/>
              <a:gd name="connsiteY65" fmla="*/ 58135 h 351866"/>
              <a:gd name="connsiteX66" fmla="*/ 141933 w 392873"/>
              <a:gd name="connsiteY66" fmla="*/ 62172 h 351866"/>
              <a:gd name="connsiteX67" fmla="*/ 133139 w 392873"/>
              <a:gd name="connsiteY67" fmla="*/ 62172 h 351866"/>
              <a:gd name="connsiteX68" fmla="*/ 124344 w 392873"/>
              <a:gd name="connsiteY68" fmla="*/ 57327 h 351866"/>
              <a:gd name="connsiteX69" fmla="*/ 124344 w 392873"/>
              <a:gd name="connsiteY69" fmla="*/ 32297 h 351866"/>
              <a:gd name="connsiteX70" fmla="*/ 156324 w 392873"/>
              <a:gd name="connsiteY70" fmla="*/ 0 h 35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392873" h="351866">
                <a:moveTo>
                  <a:pt x="183502" y="259270"/>
                </a:moveTo>
                <a:cubicBezTo>
                  <a:pt x="183502" y="259270"/>
                  <a:pt x="183502" y="259270"/>
                  <a:pt x="209371" y="259270"/>
                </a:cubicBezTo>
                <a:cubicBezTo>
                  <a:pt x="214221" y="259270"/>
                  <a:pt x="218263" y="262416"/>
                  <a:pt x="218263" y="267135"/>
                </a:cubicBezTo>
                <a:cubicBezTo>
                  <a:pt x="218263" y="267135"/>
                  <a:pt x="218263" y="267135"/>
                  <a:pt x="218263" y="279720"/>
                </a:cubicBezTo>
                <a:cubicBezTo>
                  <a:pt x="218263" y="284439"/>
                  <a:pt x="214221" y="288372"/>
                  <a:pt x="209371" y="288372"/>
                </a:cubicBezTo>
                <a:cubicBezTo>
                  <a:pt x="209371" y="288372"/>
                  <a:pt x="209371" y="288372"/>
                  <a:pt x="183502" y="288372"/>
                </a:cubicBezTo>
                <a:cubicBezTo>
                  <a:pt x="178652" y="288372"/>
                  <a:pt x="174610" y="284439"/>
                  <a:pt x="174610" y="279720"/>
                </a:cubicBezTo>
                <a:lnTo>
                  <a:pt x="174610" y="267135"/>
                </a:lnTo>
                <a:cubicBezTo>
                  <a:pt x="174610" y="262416"/>
                  <a:pt x="178652" y="259270"/>
                  <a:pt x="183502" y="259270"/>
                </a:cubicBezTo>
                <a:close/>
                <a:moveTo>
                  <a:pt x="384935" y="222231"/>
                </a:moveTo>
                <a:cubicBezTo>
                  <a:pt x="384935" y="222231"/>
                  <a:pt x="384935" y="222231"/>
                  <a:pt x="384935" y="330260"/>
                </a:cubicBezTo>
                <a:cubicBezTo>
                  <a:pt x="384935" y="342263"/>
                  <a:pt x="375343" y="351866"/>
                  <a:pt x="364153" y="351866"/>
                </a:cubicBezTo>
                <a:cubicBezTo>
                  <a:pt x="364153" y="351866"/>
                  <a:pt x="364153" y="351866"/>
                  <a:pt x="30841" y="351866"/>
                </a:cubicBezTo>
                <a:cubicBezTo>
                  <a:pt x="18851" y="351866"/>
                  <a:pt x="9259" y="342263"/>
                  <a:pt x="9259" y="330260"/>
                </a:cubicBezTo>
                <a:cubicBezTo>
                  <a:pt x="9259" y="330260"/>
                  <a:pt x="9259" y="330260"/>
                  <a:pt x="9259" y="223031"/>
                </a:cubicBezTo>
                <a:cubicBezTo>
                  <a:pt x="10058" y="223031"/>
                  <a:pt x="10058" y="223031"/>
                  <a:pt x="10058" y="223031"/>
                </a:cubicBezTo>
                <a:cubicBezTo>
                  <a:pt x="10058" y="223031"/>
                  <a:pt x="10058" y="223031"/>
                  <a:pt x="10858" y="223031"/>
                </a:cubicBezTo>
                <a:cubicBezTo>
                  <a:pt x="16453" y="225432"/>
                  <a:pt x="18851" y="226232"/>
                  <a:pt x="20449" y="227032"/>
                </a:cubicBezTo>
                <a:cubicBezTo>
                  <a:pt x="64412" y="243037"/>
                  <a:pt x="112370" y="252639"/>
                  <a:pt x="162727" y="255840"/>
                </a:cubicBezTo>
                <a:cubicBezTo>
                  <a:pt x="162727" y="255840"/>
                  <a:pt x="162727" y="255840"/>
                  <a:pt x="162727" y="272645"/>
                </a:cubicBezTo>
                <a:cubicBezTo>
                  <a:pt x="162727" y="287049"/>
                  <a:pt x="173917" y="299052"/>
                  <a:pt x="188305" y="299052"/>
                </a:cubicBezTo>
                <a:cubicBezTo>
                  <a:pt x="188305" y="299052"/>
                  <a:pt x="188305" y="299052"/>
                  <a:pt x="205890" y="299052"/>
                </a:cubicBezTo>
                <a:cubicBezTo>
                  <a:pt x="220277" y="299052"/>
                  <a:pt x="232267" y="287049"/>
                  <a:pt x="232267" y="272645"/>
                </a:cubicBezTo>
                <a:cubicBezTo>
                  <a:pt x="232267" y="272645"/>
                  <a:pt x="232267" y="272645"/>
                  <a:pt x="232267" y="255840"/>
                </a:cubicBezTo>
                <a:cubicBezTo>
                  <a:pt x="278627" y="253439"/>
                  <a:pt x="323388" y="244637"/>
                  <a:pt x="364952" y="230233"/>
                </a:cubicBezTo>
                <a:cubicBezTo>
                  <a:pt x="366551" y="229433"/>
                  <a:pt x="368949" y="228633"/>
                  <a:pt x="371347" y="227833"/>
                </a:cubicBezTo>
                <a:lnTo>
                  <a:pt x="380139" y="224632"/>
                </a:lnTo>
                <a:cubicBezTo>
                  <a:pt x="382537" y="223831"/>
                  <a:pt x="384136" y="223031"/>
                  <a:pt x="384935" y="222231"/>
                </a:cubicBezTo>
                <a:close/>
                <a:moveTo>
                  <a:pt x="183502" y="216940"/>
                </a:moveTo>
                <a:cubicBezTo>
                  <a:pt x="183502" y="216940"/>
                  <a:pt x="183502" y="216940"/>
                  <a:pt x="209371" y="216940"/>
                </a:cubicBezTo>
                <a:cubicBezTo>
                  <a:pt x="214221" y="216940"/>
                  <a:pt x="218263" y="220949"/>
                  <a:pt x="218263" y="224957"/>
                </a:cubicBezTo>
                <a:cubicBezTo>
                  <a:pt x="218263" y="224957"/>
                  <a:pt x="218263" y="224957"/>
                  <a:pt x="218263" y="235379"/>
                </a:cubicBezTo>
                <a:cubicBezTo>
                  <a:pt x="218263" y="239388"/>
                  <a:pt x="214221" y="243396"/>
                  <a:pt x="209371" y="243396"/>
                </a:cubicBezTo>
                <a:cubicBezTo>
                  <a:pt x="209371" y="243396"/>
                  <a:pt x="209371" y="243396"/>
                  <a:pt x="183502" y="243396"/>
                </a:cubicBezTo>
                <a:cubicBezTo>
                  <a:pt x="178652" y="243396"/>
                  <a:pt x="174610" y="239388"/>
                  <a:pt x="174610" y="235379"/>
                </a:cubicBezTo>
                <a:cubicBezTo>
                  <a:pt x="174610" y="235379"/>
                  <a:pt x="174610" y="235379"/>
                  <a:pt x="174610" y="224957"/>
                </a:cubicBezTo>
                <a:cubicBezTo>
                  <a:pt x="174610" y="220949"/>
                  <a:pt x="178652" y="216940"/>
                  <a:pt x="183502" y="216940"/>
                </a:cubicBezTo>
                <a:close/>
                <a:moveTo>
                  <a:pt x="20846" y="79368"/>
                </a:moveTo>
                <a:cubicBezTo>
                  <a:pt x="20846" y="79368"/>
                  <a:pt x="20846" y="79368"/>
                  <a:pt x="372027" y="79368"/>
                </a:cubicBezTo>
                <a:cubicBezTo>
                  <a:pt x="383252" y="79368"/>
                  <a:pt x="392873" y="88099"/>
                  <a:pt x="392873" y="100004"/>
                </a:cubicBezTo>
                <a:cubicBezTo>
                  <a:pt x="392873" y="100004"/>
                  <a:pt x="392873" y="100004"/>
                  <a:pt x="392873" y="192072"/>
                </a:cubicBezTo>
                <a:cubicBezTo>
                  <a:pt x="392873" y="193659"/>
                  <a:pt x="390468" y="196834"/>
                  <a:pt x="388864" y="198421"/>
                </a:cubicBezTo>
                <a:cubicBezTo>
                  <a:pt x="388864" y="198421"/>
                  <a:pt x="372829" y="204771"/>
                  <a:pt x="360000" y="209533"/>
                </a:cubicBezTo>
                <a:cubicBezTo>
                  <a:pt x="319911" y="223025"/>
                  <a:pt x="276615" y="230962"/>
                  <a:pt x="230913" y="234137"/>
                </a:cubicBezTo>
                <a:cubicBezTo>
                  <a:pt x="230913" y="234137"/>
                  <a:pt x="230913" y="234137"/>
                  <a:pt x="230913" y="221438"/>
                </a:cubicBezTo>
                <a:cubicBezTo>
                  <a:pt x="231715" y="209533"/>
                  <a:pt x="217283" y="201596"/>
                  <a:pt x="205256" y="201596"/>
                </a:cubicBezTo>
                <a:cubicBezTo>
                  <a:pt x="205256" y="201596"/>
                  <a:pt x="205256" y="201596"/>
                  <a:pt x="187617" y="201596"/>
                </a:cubicBezTo>
                <a:cubicBezTo>
                  <a:pt x="177194" y="201596"/>
                  <a:pt x="161960" y="208739"/>
                  <a:pt x="161960" y="218263"/>
                </a:cubicBezTo>
                <a:cubicBezTo>
                  <a:pt x="161960" y="218263"/>
                  <a:pt x="161960" y="218263"/>
                  <a:pt x="161960" y="234137"/>
                </a:cubicBezTo>
                <a:cubicBezTo>
                  <a:pt x="109844" y="230962"/>
                  <a:pt x="59332" y="219851"/>
                  <a:pt x="14432" y="202390"/>
                </a:cubicBezTo>
                <a:cubicBezTo>
                  <a:pt x="8018" y="200008"/>
                  <a:pt x="4811" y="198421"/>
                  <a:pt x="4811" y="198421"/>
                </a:cubicBezTo>
                <a:cubicBezTo>
                  <a:pt x="2405" y="197627"/>
                  <a:pt x="0" y="193659"/>
                  <a:pt x="0" y="192072"/>
                </a:cubicBezTo>
                <a:cubicBezTo>
                  <a:pt x="0" y="192072"/>
                  <a:pt x="0" y="192072"/>
                  <a:pt x="0" y="100004"/>
                </a:cubicBezTo>
                <a:cubicBezTo>
                  <a:pt x="0" y="88099"/>
                  <a:pt x="9622" y="79368"/>
                  <a:pt x="20846" y="79368"/>
                </a:cubicBezTo>
                <a:close/>
                <a:moveTo>
                  <a:pt x="156324" y="0"/>
                </a:moveTo>
                <a:cubicBezTo>
                  <a:pt x="156324" y="0"/>
                  <a:pt x="156324" y="0"/>
                  <a:pt x="237872" y="0"/>
                </a:cubicBezTo>
                <a:cubicBezTo>
                  <a:pt x="256261" y="0"/>
                  <a:pt x="269852" y="14534"/>
                  <a:pt x="269852" y="32297"/>
                </a:cubicBezTo>
                <a:cubicBezTo>
                  <a:pt x="269852" y="32297"/>
                  <a:pt x="269852" y="32297"/>
                  <a:pt x="269852" y="58135"/>
                </a:cubicBezTo>
                <a:cubicBezTo>
                  <a:pt x="269852" y="60557"/>
                  <a:pt x="266654" y="62172"/>
                  <a:pt x="261857" y="62172"/>
                </a:cubicBezTo>
                <a:cubicBezTo>
                  <a:pt x="261857" y="62172"/>
                  <a:pt x="261857" y="62172"/>
                  <a:pt x="252263" y="62172"/>
                </a:cubicBezTo>
                <a:cubicBezTo>
                  <a:pt x="247466" y="62172"/>
                  <a:pt x="243469" y="60557"/>
                  <a:pt x="243469" y="58135"/>
                </a:cubicBezTo>
                <a:cubicBezTo>
                  <a:pt x="243469" y="58135"/>
                  <a:pt x="243469" y="58135"/>
                  <a:pt x="243469" y="32297"/>
                </a:cubicBezTo>
                <a:cubicBezTo>
                  <a:pt x="243469" y="29067"/>
                  <a:pt x="241070" y="26645"/>
                  <a:pt x="237872" y="26645"/>
                </a:cubicBezTo>
                <a:cubicBezTo>
                  <a:pt x="237872" y="26645"/>
                  <a:pt x="237872" y="26645"/>
                  <a:pt x="156324" y="26645"/>
                </a:cubicBezTo>
                <a:cubicBezTo>
                  <a:pt x="153126" y="26645"/>
                  <a:pt x="150727" y="29067"/>
                  <a:pt x="150727" y="32297"/>
                </a:cubicBezTo>
                <a:cubicBezTo>
                  <a:pt x="150727" y="32297"/>
                  <a:pt x="150727" y="32297"/>
                  <a:pt x="150727" y="58135"/>
                </a:cubicBezTo>
                <a:cubicBezTo>
                  <a:pt x="150727" y="60557"/>
                  <a:pt x="146730" y="62172"/>
                  <a:pt x="141933" y="62172"/>
                </a:cubicBezTo>
                <a:cubicBezTo>
                  <a:pt x="141933" y="62172"/>
                  <a:pt x="141933" y="62172"/>
                  <a:pt x="133139" y="62172"/>
                </a:cubicBezTo>
                <a:cubicBezTo>
                  <a:pt x="128342" y="62172"/>
                  <a:pt x="124344" y="59750"/>
                  <a:pt x="124344" y="57327"/>
                </a:cubicBezTo>
                <a:cubicBezTo>
                  <a:pt x="124344" y="57327"/>
                  <a:pt x="124344" y="57327"/>
                  <a:pt x="124344" y="32297"/>
                </a:cubicBezTo>
                <a:cubicBezTo>
                  <a:pt x="124344" y="14534"/>
                  <a:pt x="138735" y="0"/>
                  <a:pt x="15632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16" name="任意多边形 15"/>
          <p:cNvSpPr/>
          <p:nvPr/>
        </p:nvSpPr>
        <p:spPr bwMode="auto">
          <a:xfrm>
            <a:off x="1253374" y="3396662"/>
            <a:ext cx="370368" cy="559758"/>
          </a:xfrm>
          <a:custGeom>
            <a:avLst/>
            <a:gdLst>
              <a:gd name="connsiteX0" fmla="*/ 24048 w 232814"/>
              <a:gd name="connsiteY0" fmla="*/ 312182 h 351866"/>
              <a:gd name="connsiteX1" fmla="*/ 208768 w 232814"/>
              <a:gd name="connsiteY1" fmla="*/ 312182 h 351866"/>
              <a:gd name="connsiteX2" fmla="*/ 228846 w 232814"/>
              <a:gd name="connsiteY2" fmla="*/ 332024 h 351866"/>
              <a:gd name="connsiteX3" fmla="*/ 208768 w 232814"/>
              <a:gd name="connsiteY3" fmla="*/ 351866 h 351866"/>
              <a:gd name="connsiteX4" fmla="*/ 24048 w 232814"/>
              <a:gd name="connsiteY4" fmla="*/ 351866 h 351866"/>
              <a:gd name="connsiteX5" fmla="*/ 3969 w 232814"/>
              <a:gd name="connsiteY5" fmla="*/ 332024 h 351866"/>
              <a:gd name="connsiteX6" fmla="*/ 24048 w 232814"/>
              <a:gd name="connsiteY6" fmla="*/ 312182 h 351866"/>
              <a:gd name="connsiteX7" fmla="*/ 96337 w 232814"/>
              <a:gd name="connsiteY7" fmla="*/ 0 h 351866"/>
              <a:gd name="connsiteX8" fmla="*/ 97140 w 232814"/>
              <a:gd name="connsiteY8" fmla="*/ 0 h 351866"/>
              <a:gd name="connsiteX9" fmla="*/ 107576 w 232814"/>
              <a:gd name="connsiteY9" fmla="*/ 0 h 351866"/>
              <a:gd name="connsiteX10" fmla="*/ 107576 w 232814"/>
              <a:gd name="connsiteY10" fmla="*/ 47965 h 351866"/>
              <a:gd name="connsiteX11" fmla="*/ 107576 w 232814"/>
              <a:gd name="connsiteY11" fmla="*/ 227035 h 351866"/>
              <a:gd name="connsiteX12" fmla="*/ 116407 w 232814"/>
              <a:gd name="connsiteY12" fmla="*/ 235030 h 351866"/>
              <a:gd name="connsiteX13" fmla="*/ 125238 w 232814"/>
              <a:gd name="connsiteY13" fmla="*/ 227035 h 351866"/>
              <a:gd name="connsiteX14" fmla="*/ 125238 w 232814"/>
              <a:gd name="connsiteY14" fmla="*/ 47965 h 351866"/>
              <a:gd name="connsiteX15" fmla="*/ 125238 w 232814"/>
              <a:gd name="connsiteY15" fmla="*/ 0 h 351866"/>
              <a:gd name="connsiteX16" fmla="*/ 135675 w 232814"/>
              <a:gd name="connsiteY16" fmla="*/ 0 h 351866"/>
              <a:gd name="connsiteX17" fmla="*/ 136477 w 232814"/>
              <a:gd name="connsiteY17" fmla="*/ 0 h 351866"/>
              <a:gd name="connsiteX18" fmla="*/ 157350 w 232814"/>
              <a:gd name="connsiteY18" fmla="*/ 23983 h 351866"/>
              <a:gd name="connsiteX19" fmla="*/ 140491 w 232814"/>
              <a:gd name="connsiteY19" fmla="*/ 47166 h 351866"/>
              <a:gd name="connsiteX20" fmla="*/ 232814 w 232814"/>
              <a:gd name="connsiteY20" fmla="*/ 212646 h 351866"/>
              <a:gd name="connsiteX21" fmla="*/ 211941 w 232814"/>
              <a:gd name="connsiteY21" fmla="*/ 294986 h 351866"/>
              <a:gd name="connsiteX22" fmla="*/ 125238 w 232814"/>
              <a:gd name="connsiteY22" fmla="*/ 294986 h 351866"/>
              <a:gd name="connsiteX23" fmla="*/ 125238 w 232814"/>
              <a:gd name="connsiteY23" fmla="*/ 294187 h 351866"/>
              <a:gd name="connsiteX24" fmla="*/ 107576 w 232814"/>
              <a:gd name="connsiteY24" fmla="*/ 294187 h 351866"/>
              <a:gd name="connsiteX25" fmla="*/ 107576 w 232814"/>
              <a:gd name="connsiteY25" fmla="*/ 294986 h 351866"/>
              <a:gd name="connsiteX26" fmla="*/ 20873 w 232814"/>
              <a:gd name="connsiteY26" fmla="*/ 294986 h 351866"/>
              <a:gd name="connsiteX27" fmla="*/ 0 w 232814"/>
              <a:gd name="connsiteY27" fmla="*/ 212646 h 351866"/>
              <a:gd name="connsiteX28" fmla="*/ 92323 w 232814"/>
              <a:gd name="connsiteY28" fmla="*/ 47166 h 351866"/>
              <a:gd name="connsiteX29" fmla="*/ 75464 w 232814"/>
              <a:gd name="connsiteY29" fmla="*/ 23983 h 351866"/>
              <a:gd name="connsiteX30" fmla="*/ 96337 w 232814"/>
              <a:gd name="connsiteY30" fmla="*/ 0 h 35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32814" h="351866">
                <a:moveTo>
                  <a:pt x="24048" y="312182"/>
                </a:moveTo>
                <a:cubicBezTo>
                  <a:pt x="24048" y="312182"/>
                  <a:pt x="24048" y="312182"/>
                  <a:pt x="208768" y="312182"/>
                </a:cubicBezTo>
                <a:cubicBezTo>
                  <a:pt x="220012" y="312182"/>
                  <a:pt x="228846" y="320913"/>
                  <a:pt x="228846" y="332024"/>
                </a:cubicBezTo>
                <a:cubicBezTo>
                  <a:pt x="228846" y="343136"/>
                  <a:pt x="220012" y="351866"/>
                  <a:pt x="208768" y="351866"/>
                </a:cubicBezTo>
                <a:cubicBezTo>
                  <a:pt x="208768" y="351866"/>
                  <a:pt x="208768" y="351866"/>
                  <a:pt x="24048" y="351866"/>
                </a:cubicBezTo>
                <a:cubicBezTo>
                  <a:pt x="12804" y="351866"/>
                  <a:pt x="3969" y="343136"/>
                  <a:pt x="3969" y="332024"/>
                </a:cubicBezTo>
                <a:cubicBezTo>
                  <a:pt x="3969" y="320913"/>
                  <a:pt x="12804" y="312182"/>
                  <a:pt x="24048" y="312182"/>
                </a:cubicBezTo>
                <a:close/>
                <a:moveTo>
                  <a:pt x="96337" y="0"/>
                </a:moveTo>
                <a:cubicBezTo>
                  <a:pt x="96337" y="0"/>
                  <a:pt x="96337" y="0"/>
                  <a:pt x="97140" y="0"/>
                </a:cubicBezTo>
                <a:cubicBezTo>
                  <a:pt x="97140" y="0"/>
                  <a:pt x="97140" y="0"/>
                  <a:pt x="107576" y="0"/>
                </a:cubicBezTo>
                <a:cubicBezTo>
                  <a:pt x="107576" y="0"/>
                  <a:pt x="107576" y="0"/>
                  <a:pt x="107576" y="47965"/>
                </a:cubicBezTo>
                <a:cubicBezTo>
                  <a:pt x="107576" y="47965"/>
                  <a:pt x="107576" y="47965"/>
                  <a:pt x="107576" y="227035"/>
                </a:cubicBezTo>
                <a:cubicBezTo>
                  <a:pt x="109985" y="231832"/>
                  <a:pt x="113196" y="235030"/>
                  <a:pt x="116407" y="235030"/>
                </a:cubicBezTo>
                <a:cubicBezTo>
                  <a:pt x="119618" y="235030"/>
                  <a:pt x="122830" y="231832"/>
                  <a:pt x="125238" y="227035"/>
                </a:cubicBezTo>
                <a:cubicBezTo>
                  <a:pt x="125238" y="227035"/>
                  <a:pt x="125238" y="227035"/>
                  <a:pt x="125238" y="47965"/>
                </a:cubicBezTo>
                <a:cubicBezTo>
                  <a:pt x="125238" y="47965"/>
                  <a:pt x="125238" y="47965"/>
                  <a:pt x="125238" y="0"/>
                </a:cubicBezTo>
                <a:cubicBezTo>
                  <a:pt x="125238" y="0"/>
                  <a:pt x="125238" y="0"/>
                  <a:pt x="135675" y="0"/>
                </a:cubicBezTo>
                <a:cubicBezTo>
                  <a:pt x="135675" y="0"/>
                  <a:pt x="135675" y="0"/>
                  <a:pt x="136477" y="0"/>
                </a:cubicBezTo>
                <a:cubicBezTo>
                  <a:pt x="147717" y="0"/>
                  <a:pt x="157350" y="10393"/>
                  <a:pt x="157350" y="23983"/>
                </a:cubicBezTo>
                <a:cubicBezTo>
                  <a:pt x="157350" y="35175"/>
                  <a:pt x="150125" y="44768"/>
                  <a:pt x="140491" y="47166"/>
                </a:cubicBezTo>
                <a:cubicBezTo>
                  <a:pt x="159759" y="143096"/>
                  <a:pt x="232814" y="195858"/>
                  <a:pt x="232814" y="212646"/>
                </a:cubicBezTo>
                <a:cubicBezTo>
                  <a:pt x="232814" y="231832"/>
                  <a:pt x="211941" y="294986"/>
                  <a:pt x="211941" y="294986"/>
                </a:cubicBezTo>
                <a:cubicBezTo>
                  <a:pt x="211941" y="294986"/>
                  <a:pt x="211941" y="294986"/>
                  <a:pt x="125238" y="294986"/>
                </a:cubicBezTo>
                <a:cubicBezTo>
                  <a:pt x="125238" y="294986"/>
                  <a:pt x="125238" y="294986"/>
                  <a:pt x="125238" y="294187"/>
                </a:cubicBezTo>
                <a:cubicBezTo>
                  <a:pt x="125238" y="294187"/>
                  <a:pt x="125238" y="294187"/>
                  <a:pt x="107576" y="294187"/>
                </a:cubicBezTo>
                <a:cubicBezTo>
                  <a:pt x="107576" y="294187"/>
                  <a:pt x="107576" y="294187"/>
                  <a:pt x="107576" y="294986"/>
                </a:cubicBezTo>
                <a:cubicBezTo>
                  <a:pt x="107576" y="294986"/>
                  <a:pt x="107576" y="294986"/>
                  <a:pt x="20873" y="294986"/>
                </a:cubicBezTo>
                <a:cubicBezTo>
                  <a:pt x="20873" y="294986"/>
                  <a:pt x="0" y="231832"/>
                  <a:pt x="0" y="212646"/>
                </a:cubicBezTo>
                <a:cubicBezTo>
                  <a:pt x="0" y="195858"/>
                  <a:pt x="73056" y="143096"/>
                  <a:pt x="92323" y="47166"/>
                </a:cubicBezTo>
                <a:cubicBezTo>
                  <a:pt x="82689" y="44768"/>
                  <a:pt x="75464" y="35175"/>
                  <a:pt x="75464" y="23983"/>
                </a:cubicBezTo>
                <a:cubicBezTo>
                  <a:pt x="75464" y="10393"/>
                  <a:pt x="85098" y="0"/>
                  <a:pt x="963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solidFill>
                <a:srgbClr val="286674"/>
              </a:solidFill>
            </a:endParaRPr>
          </a:p>
        </p:txBody>
      </p:sp>
      <p:sp>
        <p:nvSpPr>
          <p:cNvPr id="17" name="任意多边形 16"/>
          <p:cNvSpPr/>
          <p:nvPr/>
        </p:nvSpPr>
        <p:spPr bwMode="auto">
          <a:xfrm>
            <a:off x="1140341" y="2006726"/>
            <a:ext cx="565722" cy="517119"/>
          </a:xfrm>
          <a:custGeom>
            <a:avLst/>
            <a:gdLst>
              <a:gd name="connsiteX0" fmla="*/ 281270 w 384937"/>
              <a:gd name="connsiteY0" fmla="*/ 308214 h 351867"/>
              <a:gd name="connsiteX1" fmla="*/ 372194 w 384937"/>
              <a:gd name="connsiteY1" fmla="*/ 308214 h 351867"/>
              <a:gd name="connsiteX2" fmla="*/ 380967 w 384937"/>
              <a:gd name="connsiteY2" fmla="*/ 317106 h 351867"/>
              <a:gd name="connsiteX3" fmla="*/ 380967 w 384937"/>
              <a:gd name="connsiteY3" fmla="*/ 342975 h 351867"/>
              <a:gd name="connsiteX4" fmla="*/ 372194 w 384937"/>
              <a:gd name="connsiteY4" fmla="*/ 351867 h 351867"/>
              <a:gd name="connsiteX5" fmla="*/ 281270 w 384937"/>
              <a:gd name="connsiteY5" fmla="*/ 351867 h 351867"/>
              <a:gd name="connsiteX6" fmla="*/ 272497 w 384937"/>
              <a:gd name="connsiteY6" fmla="*/ 342975 h 351867"/>
              <a:gd name="connsiteX7" fmla="*/ 272497 w 384937"/>
              <a:gd name="connsiteY7" fmla="*/ 317106 h 351867"/>
              <a:gd name="connsiteX8" fmla="*/ 281270 w 384937"/>
              <a:gd name="connsiteY8" fmla="*/ 308214 h 351867"/>
              <a:gd name="connsiteX9" fmla="*/ 139731 w 384937"/>
              <a:gd name="connsiteY9" fmla="*/ 308214 h 351867"/>
              <a:gd name="connsiteX10" fmla="*/ 230655 w 384937"/>
              <a:gd name="connsiteY10" fmla="*/ 308214 h 351867"/>
              <a:gd name="connsiteX11" fmla="*/ 239428 w 384937"/>
              <a:gd name="connsiteY11" fmla="*/ 317106 h 351867"/>
              <a:gd name="connsiteX12" fmla="*/ 239428 w 384937"/>
              <a:gd name="connsiteY12" fmla="*/ 342975 h 351867"/>
              <a:gd name="connsiteX13" fmla="*/ 230655 w 384937"/>
              <a:gd name="connsiteY13" fmla="*/ 351867 h 351867"/>
              <a:gd name="connsiteX14" fmla="*/ 139731 w 384937"/>
              <a:gd name="connsiteY14" fmla="*/ 351867 h 351867"/>
              <a:gd name="connsiteX15" fmla="*/ 130958 w 384937"/>
              <a:gd name="connsiteY15" fmla="*/ 342975 h 351867"/>
              <a:gd name="connsiteX16" fmla="*/ 130958 w 384937"/>
              <a:gd name="connsiteY16" fmla="*/ 317106 h 351867"/>
              <a:gd name="connsiteX17" fmla="*/ 139731 w 384937"/>
              <a:gd name="connsiteY17" fmla="*/ 308214 h 351867"/>
              <a:gd name="connsiteX18" fmla="*/ 11418 w 384937"/>
              <a:gd name="connsiteY18" fmla="*/ 308214 h 351867"/>
              <a:gd name="connsiteX19" fmla="*/ 102342 w 384937"/>
              <a:gd name="connsiteY19" fmla="*/ 308214 h 351867"/>
              <a:gd name="connsiteX20" fmla="*/ 111115 w 384937"/>
              <a:gd name="connsiteY20" fmla="*/ 317106 h 351867"/>
              <a:gd name="connsiteX21" fmla="*/ 111115 w 384937"/>
              <a:gd name="connsiteY21" fmla="*/ 342975 h 351867"/>
              <a:gd name="connsiteX22" fmla="*/ 102342 w 384937"/>
              <a:gd name="connsiteY22" fmla="*/ 351867 h 351867"/>
              <a:gd name="connsiteX23" fmla="*/ 11418 w 384937"/>
              <a:gd name="connsiteY23" fmla="*/ 351867 h 351867"/>
              <a:gd name="connsiteX24" fmla="*/ 2645 w 384937"/>
              <a:gd name="connsiteY24" fmla="*/ 342975 h 351867"/>
              <a:gd name="connsiteX25" fmla="*/ 2645 w 384937"/>
              <a:gd name="connsiteY25" fmla="*/ 317106 h 351867"/>
              <a:gd name="connsiteX26" fmla="*/ 11418 w 384937"/>
              <a:gd name="connsiteY26" fmla="*/ 308214 h 351867"/>
              <a:gd name="connsiteX27" fmla="*/ 281270 w 384937"/>
              <a:gd name="connsiteY27" fmla="*/ 250010 h 351867"/>
              <a:gd name="connsiteX28" fmla="*/ 372194 w 384937"/>
              <a:gd name="connsiteY28" fmla="*/ 250010 h 351867"/>
              <a:gd name="connsiteX29" fmla="*/ 380967 w 384937"/>
              <a:gd name="connsiteY29" fmla="*/ 259534 h 351867"/>
              <a:gd name="connsiteX30" fmla="*/ 380967 w 384937"/>
              <a:gd name="connsiteY30" fmla="*/ 284932 h 351867"/>
              <a:gd name="connsiteX31" fmla="*/ 372194 w 384937"/>
              <a:gd name="connsiteY31" fmla="*/ 293663 h 351867"/>
              <a:gd name="connsiteX32" fmla="*/ 281270 w 384937"/>
              <a:gd name="connsiteY32" fmla="*/ 293663 h 351867"/>
              <a:gd name="connsiteX33" fmla="*/ 272497 w 384937"/>
              <a:gd name="connsiteY33" fmla="*/ 284932 h 351867"/>
              <a:gd name="connsiteX34" fmla="*/ 272497 w 384937"/>
              <a:gd name="connsiteY34" fmla="*/ 259534 h 351867"/>
              <a:gd name="connsiteX35" fmla="*/ 281270 w 384937"/>
              <a:gd name="connsiteY35" fmla="*/ 250010 h 351867"/>
              <a:gd name="connsiteX36" fmla="*/ 139731 w 384937"/>
              <a:gd name="connsiteY36" fmla="*/ 250010 h 351867"/>
              <a:gd name="connsiteX37" fmla="*/ 230655 w 384937"/>
              <a:gd name="connsiteY37" fmla="*/ 250010 h 351867"/>
              <a:gd name="connsiteX38" fmla="*/ 239428 w 384937"/>
              <a:gd name="connsiteY38" fmla="*/ 259534 h 351867"/>
              <a:gd name="connsiteX39" fmla="*/ 239428 w 384937"/>
              <a:gd name="connsiteY39" fmla="*/ 284932 h 351867"/>
              <a:gd name="connsiteX40" fmla="*/ 230655 w 384937"/>
              <a:gd name="connsiteY40" fmla="*/ 293663 h 351867"/>
              <a:gd name="connsiteX41" fmla="*/ 139731 w 384937"/>
              <a:gd name="connsiteY41" fmla="*/ 293663 h 351867"/>
              <a:gd name="connsiteX42" fmla="*/ 130958 w 384937"/>
              <a:gd name="connsiteY42" fmla="*/ 284932 h 351867"/>
              <a:gd name="connsiteX43" fmla="*/ 130958 w 384937"/>
              <a:gd name="connsiteY43" fmla="*/ 259534 h 351867"/>
              <a:gd name="connsiteX44" fmla="*/ 139731 w 384937"/>
              <a:gd name="connsiteY44" fmla="*/ 250010 h 351867"/>
              <a:gd name="connsiteX45" fmla="*/ 11418 w 384937"/>
              <a:gd name="connsiteY45" fmla="*/ 250010 h 351867"/>
              <a:gd name="connsiteX46" fmla="*/ 102342 w 384937"/>
              <a:gd name="connsiteY46" fmla="*/ 250010 h 351867"/>
              <a:gd name="connsiteX47" fmla="*/ 111115 w 384937"/>
              <a:gd name="connsiteY47" fmla="*/ 259534 h 351867"/>
              <a:gd name="connsiteX48" fmla="*/ 111115 w 384937"/>
              <a:gd name="connsiteY48" fmla="*/ 284932 h 351867"/>
              <a:gd name="connsiteX49" fmla="*/ 102342 w 384937"/>
              <a:gd name="connsiteY49" fmla="*/ 293663 h 351867"/>
              <a:gd name="connsiteX50" fmla="*/ 11418 w 384937"/>
              <a:gd name="connsiteY50" fmla="*/ 293663 h 351867"/>
              <a:gd name="connsiteX51" fmla="*/ 2645 w 384937"/>
              <a:gd name="connsiteY51" fmla="*/ 284932 h 351867"/>
              <a:gd name="connsiteX52" fmla="*/ 2645 w 384937"/>
              <a:gd name="connsiteY52" fmla="*/ 259534 h 351867"/>
              <a:gd name="connsiteX53" fmla="*/ 11418 w 384937"/>
              <a:gd name="connsiteY53" fmla="*/ 250010 h 351867"/>
              <a:gd name="connsiteX54" fmla="*/ 281270 w 384937"/>
              <a:gd name="connsiteY54" fmla="*/ 193129 h 351867"/>
              <a:gd name="connsiteX55" fmla="*/ 372194 w 384937"/>
              <a:gd name="connsiteY55" fmla="*/ 193129 h 351867"/>
              <a:gd name="connsiteX56" fmla="*/ 380967 w 384937"/>
              <a:gd name="connsiteY56" fmla="*/ 201860 h 351867"/>
              <a:gd name="connsiteX57" fmla="*/ 380967 w 384937"/>
              <a:gd name="connsiteY57" fmla="*/ 228051 h 351867"/>
              <a:gd name="connsiteX58" fmla="*/ 372194 w 384937"/>
              <a:gd name="connsiteY58" fmla="*/ 236782 h 351867"/>
              <a:gd name="connsiteX59" fmla="*/ 281270 w 384937"/>
              <a:gd name="connsiteY59" fmla="*/ 236782 h 351867"/>
              <a:gd name="connsiteX60" fmla="*/ 272497 w 384937"/>
              <a:gd name="connsiteY60" fmla="*/ 228051 h 351867"/>
              <a:gd name="connsiteX61" fmla="*/ 272497 w 384937"/>
              <a:gd name="connsiteY61" fmla="*/ 201860 h 351867"/>
              <a:gd name="connsiteX62" fmla="*/ 281270 w 384937"/>
              <a:gd name="connsiteY62" fmla="*/ 193129 h 351867"/>
              <a:gd name="connsiteX63" fmla="*/ 139731 w 384937"/>
              <a:gd name="connsiteY63" fmla="*/ 193129 h 351867"/>
              <a:gd name="connsiteX64" fmla="*/ 230655 w 384937"/>
              <a:gd name="connsiteY64" fmla="*/ 193129 h 351867"/>
              <a:gd name="connsiteX65" fmla="*/ 239428 w 384937"/>
              <a:gd name="connsiteY65" fmla="*/ 201860 h 351867"/>
              <a:gd name="connsiteX66" fmla="*/ 239428 w 384937"/>
              <a:gd name="connsiteY66" fmla="*/ 228051 h 351867"/>
              <a:gd name="connsiteX67" fmla="*/ 230655 w 384937"/>
              <a:gd name="connsiteY67" fmla="*/ 236782 h 351867"/>
              <a:gd name="connsiteX68" fmla="*/ 139731 w 384937"/>
              <a:gd name="connsiteY68" fmla="*/ 236782 h 351867"/>
              <a:gd name="connsiteX69" fmla="*/ 130958 w 384937"/>
              <a:gd name="connsiteY69" fmla="*/ 228051 h 351867"/>
              <a:gd name="connsiteX70" fmla="*/ 130958 w 384937"/>
              <a:gd name="connsiteY70" fmla="*/ 201860 h 351867"/>
              <a:gd name="connsiteX71" fmla="*/ 139731 w 384937"/>
              <a:gd name="connsiteY71" fmla="*/ 193129 h 351867"/>
              <a:gd name="connsiteX72" fmla="*/ 281270 w 384937"/>
              <a:gd name="connsiteY72" fmla="*/ 134926 h 351867"/>
              <a:gd name="connsiteX73" fmla="*/ 372194 w 384937"/>
              <a:gd name="connsiteY73" fmla="*/ 134926 h 351867"/>
              <a:gd name="connsiteX74" fmla="*/ 380967 w 384937"/>
              <a:gd name="connsiteY74" fmla="*/ 143657 h 351867"/>
              <a:gd name="connsiteX75" fmla="*/ 380967 w 384937"/>
              <a:gd name="connsiteY75" fmla="*/ 169848 h 351867"/>
              <a:gd name="connsiteX76" fmla="*/ 372194 w 384937"/>
              <a:gd name="connsiteY76" fmla="*/ 178579 h 351867"/>
              <a:gd name="connsiteX77" fmla="*/ 281270 w 384937"/>
              <a:gd name="connsiteY77" fmla="*/ 178579 h 351867"/>
              <a:gd name="connsiteX78" fmla="*/ 272497 w 384937"/>
              <a:gd name="connsiteY78" fmla="*/ 169848 h 351867"/>
              <a:gd name="connsiteX79" fmla="*/ 272497 w 384937"/>
              <a:gd name="connsiteY79" fmla="*/ 143657 h 351867"/>
              <a:gd name="connsiteX80" fmla="*/ 281270 w 384937"/>
              <a:gd name="connsiteY80" fmla="*/ 134926 h 351867"/>
              <a:gd name="connsiteX81" fmla="*/ 384937 w 384937"/>
              <a:gd name="connsiteY81" fmla="*/ 0 h 351867"/>
              <a:gd name="connsiteX82" fmla="*/ 259270 w 384937"/>
              <a:gd name="connsiteY82" fmla="*/ 117730 h 351867"/>
              <a:gd name="connsiteX83" fmla="*/ 263239 w 384937"/>
              <a:gd name="connsiteY83" fmla="*/ 85982 h 351867"/>
              <a:gd name="connsiteX84" fmla="*/ 13228 w 384937"/>
              <a:gd name="connsiteY84" fmla="*/ 231491 h 351867"/>
              <a:gd name="connsiteX85" fmla="*/ 0 w 384937"/>
              <a:gd name="connsiteY85" fmla="*/ 210326 h 351867"/>
              <a:gd name="connsiteX86" fmla="*/ 248688 w 384937"/>
              <a:gd name="connsiteY86" fmla="*/ 64817 h 351867"/>
              <a:gd name="connsiteX87" fmla="*/ 219586 w 384937"/>
              <a:gd name="connsiteY87" fmla="*/ 51589 h 35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384937" h="351867">
                <a:moveTo>
                  <a:pt x="281270" y="308214"/>
                </a:moveTo>
                <a:cubicBezTo>
                  <a:pt x="281270" y="308214"/>
                  <a:pt x="281270" y="308214"/>
                  <a:pt x="372194" y="308214"/>
                </a:cubicBezTo>
                <a:cubicBezTo>
                  <a:pt x="376979" y="308214"/>
                  <a:pt x="380967" y="312256"/>
                  <a:pt x="380967" y="317106"/>
                </a:cubicBezTo>
                <a:cubicBezTo>
                  <a:pt x="380967" y="317106"/>
                  <a:pt x="380967" y="317106"/>
                  <a:pt x="380967" y="342975"/>
                </a:cubicBezTo>
                <a:cubicBezTo>
                  <a:pt x="380967" y="347825"/>
                  <a:pt x="376979" y="351867"/>
                  <a:pt x="372194" y="351867"/>
                </a:cubicBezTo>
                <a:cubicBezTo>
                  <a:pt x="372194" y="351867"/>
                  <a:pt x="372194" y="351867"/>
                  <a:pt x="281270" y="351867"/>
                </a:cubicBezTo>
                <a:cubicBezTo>
                  <a:pt x="276485" y="351867"/>
                  <a:pt x="272497" y="347825"/>
                  <a:pt x="272497" y="342975"/>
                </a:cubicBezTo>
                <a:cubicBezTo>
                  <a:pt x="272497" y="342975"/>
                  <a:pt x="272497" y="342975"/>
                  <a:pt x="272497" y="317106"/>
                </a:cubicBezTo>
                <a:cubicBezTo>
                  <a:pt x="272497" y="312256"/>
                  <a:pt x="276485" y="308214"/>
                  <a:pt x="281270" y="308214"/>
                </a:cubicBezTo>
                <a:close/>
                <a:moveTo>
                  <a:pt x="139731" y="308214"/>
                </a:moveTo>
                <a:cubicBezTo>
                  <a:pt x="139731" y="308214"/>
                  <a:pt x="139731" y="308214"/>
                  <a:pt x="230655" y="308214"/>
                </a:cubicBezTo>
                <a:cubicBezTo>
                  <a:pt x="235440" y="308214"/>
                  <a:pt x="239428" y="312256"/>
                  <a:pt x="239428" y="317106"/>
                </a:cubicBezTo>
                <a:cubicBezTo>
                  <a:pt x="239428" y="317106"/>
                  <a:pt x="239428" y="317106"/>
                  <a:pt x="239428" y="342975"/>
                </a:cubicBezTo>
                <a:cubicBezTo>
                  <a:pt x="239428" y="347825"/>
                  <a:pt x="235440" y="351867"/>
                  <a:pt x="230655" y="351867"/>
                </a:cubicBezTo>
                <a:cubicBezTo>
                  <a:pt x="230655" y="351867"/>
                  <a:pt x="230655" y="351867"/>
                  <a:pt x="139731" y="351867"/>
                </a:cubicBezTo>
                <a:cubicBezTo>
                  <a:pt x="134946" y="351867"/>
                  <a:pt x="130958" y="347825"/>
                  <a:pt x="130958" y="342975"/>
                </a:cubicBezTo>
                <a:cubicBezTo>
                  <a:pt x="130958" y="342975"/>
                  <a:pt x="130958" y="342975"/>
                  <a:pt x="130958" y="317106"/>
                </a:cubicBezTo>
                <a:cubicBezTo>
                  <a:pt x="130958" y="312256"/>
                  <a:pt x="134946" y="308214"/>
                  <a:pt x="139731" y="308214"/>
                </a:cubicBezTo>
                <a:close/>
                <a:moveTo>
                  <a:pt x="11418" y="308214"/>
                </a:moveTo>
                <a:cubicBezTo>
                  <a:pt x="11418" y="308214"/>
                  <a:pt x="11418" y="308214"/>
                  <a:pt x="102342" y="308214"/>
                </a:cubicBezTo>
                <a:cubicBezTo>
                  <a:pt x="107127" y="308214"/>
                  <a:pt x="111115" y="312256"/>
                  <a:pt x="111115" y="317106"/>
                </a:cubicBezTo>
                <a:cubicBezTo>
                  <a:pt x="111115" y="317106"/>
                  <a:pt x="111115" y="317106"/>
                  <a:pt x="111115" y="342975"/>
                </a:cubicBezTo>
                <a:cubicBezTo>
                  <a:pt x="111115" y="347825"/>
                  <a:pt x="107127" y="351867"/>
                  <a:pt x="102342" y="351867"/>
                </a:cubicBezTo>
                <a:cubicBezTo>
                  <a:pt x="102342" y="351867"/>
                  <a:pt x="102342" y="351867"/>
                  <a:pt x="11418" y="351867"/>
                </a:cubicBezTo>
                <a:cubicBezTo>
                  <a:pt x="6633" y="351867"/>
                  <a:pt x="2645" y="347825"/>
                  <a:pt x="2645" y="342975"/>
                </a:cubicBezTo>
                <a:cubicBezTo>
                  <a:pt x="2645" y="342975"/>
                  <a:pt x="2645" y="342975"/>
                  <a:pt x="2645" y="317106"/>
                </a:cubicBezTo>
                <a:cubicBezTo>
                  <a:pt x="2645" y="312256"/>
                  <a:pt x="6633" y="308214"/>
                  <a:pt x="11418" y="308214"/>
                </a:cubicBezTo>
                <a:close/>
                <a:moveTo>
                  <a:pt x="281270" y="250010"/>
                </a:moveTo>
                <a:cubicBezTo>
                  <a:pt x="281270" y="250010"/>
                  <a:pt x="281270" y="250010"/>
                  <a:pt x="372194" y="250010"/>
                </a:cubicBezTo>
                <a:cubicBezTo>
                  <a:pt x="376979" y="250010"/>
                  <a:pt x="380967" y="253979"/>
                  <a:pt x="380967" y="259534"/>
                </a:cubicBezTo>
                <a:cubicBezTo>
                  <a:pt x="380967" y="259534"/>
                  <a:pt x="380967" y="259534"/>
                  <a:pt x="380967" y="284932"/>
                </a:cubicBezTo>
                <a:cubicBezTo>
                  <a:pt x="380967" y="289695"/>
                  <a:pt x="376979" y="293663"/>
                  <a:pt x="372194" y="293663"/>
                </a:cubicBezTo>
                <a:cubicBezTo>
                  <a:pt x="372194" y="293663"/>
                  <a:pt x="372194" y="293663"/>
                  <a:pt x="281270" y="293663"/>
                </a:cubicBezTo>
                <a:cubicBezTo>
                  <a:pt x="276485" y="293663"/>
                  <a:pt x="272497" y="289695"/>
                  <a:pt x="272497" y="284932"/>
                </a:cubicBezTo>
                <a:cubicBezTo>
                  <a:pt x="272497" y="284932"/>
                  <a:pt x="272497" y="284932"/>
                  <a:pt x="272497" y="259534"/>
                </a:cubicBezTo>
                <a:cubicBezTo>
                  <a:pt x="272497" y="253979"/>
                  <a:pt x="276485" y="250010"/>
                  <a:pt x="281270" y="250010"/>
                </a:cubicBezTo>
                <a:close/>
                <a:moveTo>
                  <a:pt x="139731" y="250010"/>
                </a:moveTo>
                <a:cubicBezTo>
                  <a:pt x="139731" y="250010"/>
                  <a:pt x="139731" y="250010"/>
                  <a:pt x="230655" y="250010"/>
                </a:cubicBezTo>
                <a:cubicBezTo>
                  <a:pt x="235440" y="250010"/>
                  <a:pt x="239428" y="253979"/>
                  <a:pt x="239428" y="259534"/>
                </a:cubicBezTo>
                <a:cubicBezTo>
                  <a:pt x="239428" y="259534"/>
                  <a:pt x="239428" y="259534"/>
                  <a:pt x="239428" y="284932"/>
                </a:cubicBezTo>
                <a:cubicBezTo>
                  <a:pt x="239428" y="289695"/>
                  <a:pt x="235440" y="293663"/>
                  <a:pt x="230655" y="293663"/>
                </a:cubicBezTo>
                <a:cubicBezTo>
                  <a:pt x="230655" y="293663"/>
                  <a:pt x="230655" y="293663"/>
                  <a:pt x="139731" y="293663"/>
                </a:cubicBezTo>
                <a:cubicBezTo>
                  <a:pt x="134946" y="293663"/>
                  <a:pt x="130958" y="289695"/>
                  <a:pt x="130958" y="284932"/>
                </a:cubicBezTo>
                <a:cubicBezTo>
                  <a:pt x="130958" y="284932"/>
                  <a:pt x="130958" y="284932"/>
                  <a:pt x="130958" y="259534"/>
                </a:cubicBezTo>
                <a:cubicBezTo>
                  <a:pt x="130958" y="253979"/>
                  <a:pt x="134946" y="250010"/>
                  <a:pt x="139731" y="250010"/>
                </a:cubicBezTo>
                <a:close/>
                <a:moveTo>
                  <a:pt x="11418" y="250010"/>
                </a:moveTo>
                <a:cubicBezTo>
                  <a:pt x="11418" y="250010"/>
                  <a:pt x="11418" y="250010"/>
                  <a:pt x="102342" y="250010"/>
                </a:cubicBezTo>
                <a:cubicBezTo>
                  <a:pt x="107127" y="250010"/>
                  <a:pt x="111115" y="253979"/>
                  <a:pt x="111115" y="259534"/>
                </a:cubicBezTo>
                <a:cubicBezTo>
                  <a:pt x="111115" y="259534"/>
                  <a:pt x="111115" y="259534"/>
                  <a:pt x="111115" y="284932"/>
                </a:cubicBezTo>
                <a:cubicBezTo>
                  <a:pt x="111115" y="289695"/>
                  <a:pt x="107127" y="293663"/>
                  <a:pt x="102342" y="293663"/>
                </a:cubicBezTo>
                <a:cubicBezTo>
                  <a:pt x="102342" y="293663"/>
                  <a:pt x="102342" y="293663"/>
                  <a:pt x="11418" y="293663"/>
                </a:cubicBezTo>
                <a:cubicBezTo>
                  <a:pt x="6633" y="293663"/>
                  <a:pt x="2645" y="289695"/>
                  <a:pt x="2645" y="284932"/>
                </a:cubicBezTo>
                <a:cubicBezTo>
                  <a:pt x="2645" y="284932"/>
                  <a:pt x="2645" y="284932"/>
                  <a:pt x="2645" y="259534"/>
                </a:cubicBezTo>
                <a:cubicBezTo>
                  <a:pt x="2645" y="253979"/>
                  <a:pt x="6633" y="250010"/>
                  <a:pt x="11418" y="250010"/>
                </a:cubicBezTo>
                <a:close/>
                <a:moveTo>
                  <a:pt x="281270" y="193129"/>
                </a:moveTo>
                <a:cubicBezTo>
                  <a:pt x="281270" y="193129"/>
                  <a:pt x="281270" y="193129"/>
                  <a:pt x="372194" y="193129"/>
                </a:cubicBezTo>
                <a:cubicBezTo>
                  <a:pt x="376979" y="193129"/>
                  <a:pt x="380967" y="197098"/>
                  <a:pt x="380967" y="201860"/>
                </a:cubicBezTo>
                <a:cubicBezTo>
                  <a:pt x="380967" y="201860"/>
                  <a:pt x="380967" y="201860"/>
                  <a:pt x="380967" y="228051"/>
                </a:cubicBezTo>
                <a:cubicBezTo>
                  <a:pt x="380967" y="232814"/>
                  <a:pt x="376979" y="236782"/>
                  <a:pt x="372194" y="236782"/>
                </a:cubicBezTo>
                <a:cubicBezTo>
                  <a:pt x="372194" y="236782"/>
                  <a:pt x="372194" y="236782"/>
                  <a:pt x="281270" y="236782"/>
                </a:cubicBezTo>
                <a:cubicBezTo>
                  <a:pt x="276485" y="236782"/>
                  <a:pt x="272497" y="232814"/>
                  <a:pt x="272497" y="228051"/>
                </a:cubicBezTo>
                <a:cubicBezTo>
                  <a:pt x="272497" y="228051"/>
                  <a:pt x="272497" y="228051"/>
                  <a:pt x="272497" y="201860"/>
                </a:cubicBezTo>
                <a:cubicBezTo>
                  <a:pt x="272497" y="197098"/>
                  <a:pt x="276485" y="193129"/>
                  <a:pt x="281270" y="193129"/>
                </a:cubicBezTo>
                <a:close/>
                <a:moveTo>
                  <a:pt x="139731" y="193129"/>
                </a:moveTo>
                <a:cubicBezTo>
                  <a:pt x="139731" y="193129"/>
                  <a:pt x="139731" y="193129"/>
                  <a:pt x="230655" y="193129"/>
                </a:cubicBezTo>
                <a:cubicBezTo>
                  <a:pt x="235440" y="193129"/>
                  <a:pt x="239428" y="197098"/>
                  <a:pt x="239428" y="201860"/>
                </a:cubicBezTo>
                <a:cubicBezTo>
                  <a:pt x="239428" y="201860"/>
                  <a:pt x="239428" y="201860"/>
                  <a:pt x="239428" y="228051"/>
                </a:cubicBezTo>
                <a:cubicBezTo>
                  <a:pt x="239428" y="232814"/>
                  <a:pt x="235440" y="236782"/>
                  <a:pt x="230655" y="236782"/>
                </a:cubicBezTo>
                <a:cubicBezTo>
                  <a:pt x="230655" y="236782"/>
                  <a:pt x="230655" y="236782"/>
                  <a:pt x="139731" y="236782"/>
                </a:cubicBezTo>
                <a:cubicBezTo>
                  <a:pt x="134946" y="236782"/>
                  <a:pt x="130958" y="232814"/>
                  <a:pt x="130958" y="228051"/>
                </a:cubicBezTo>
                <a:cubicBezTo>
                  <a:pt x="130958" y="228051"/>
                  <a:pt x="130958" y="228051"/>
                  <a:pt x="130958" y="201860"/>
                </a:cubicBezTo>
                <a:cubicBezTo>
                  <a:pt x="130958" y="197098"/>
                  <a:pt x="134946" y="193129"/>
                  <a:pt x="139731" y="193129"/>
                </a:cubicBezTo>
                <a:close/>
                <a:moveTo>
                  <a:pt x="281270" y="134926"/>
                </a:moveTo>
                <a:cubicBezTo>
                  <a:pt x="281270" y="134926"/>
                  <a:pt x="281270" y="134926"/>
                  <a:pt x="372194" y="134926"/>
                </a:cubicBezTo>
                <a:cubicBezTo>
                  <a:pt x="376979" y="134926"/>
                  <a:pt x="380967" y="138895"/>
                  <a:pt x="380967" y="143657"/>
                </a:cubicBezTo>
                <a:cubicBezTo>
                  <a:pt x="380967" y="143657"/>
                  <a:pt x="380967" y="143657"/>
                  <a:pt x="380967" y="169848"/>
                </a:cubicBezTo>
                <a:cubicBezTo>
                  <a:pt x="380967" y="174611"/>
                  <a:pt x="376979" y="178579"/>
                  <a:pt x="372194" y="178579"/>
                </a:cubicBezTo>
                <a:cubicBezTo>
                  <a:pt x="372194" y="178579"/>
                  <a:pt x="372194" y="178579"/>
                  <a:pt x="281270" y="178579"/>
                </a:cubicBezTo>
                <a:cubicBezTo>
                  <a:pt x="276485" y="178579"/>
                  <a:pt x="272497" y="174611"/>
                  <a:pt x="272497" y="169848"/>
                </a:cubicBezTo>
                <a:cubicBezTo>
                  <a:pt x="272497" y="169848"/>
                  <a:pt x="272497" y="169848"/>
                  <a:pt x="272497" y="143657"/>
                </a:cubicBezTo>
                <a:cubicBezTo>
                  <a:pt x="272497" y="138895"/>
                  <a:pt x="276485" y="134926"/>
                  <a:pt x="281270" y="134926"/>
                </a:cubicBezTo>
                <a:close/>
                <a:moveTo>
                  <a:pt x="384937" y="0"/>
                </a:moveTo>
                <a:lnTo>
                  <a:pt x="259270" y="117730"/>
                </a:lnTo>
                <a:lnTo>
                  <a:pt x="263239" y="85982"/>
                </a:lnTo>
                <a:lnTo>
                  <a:pt x="13228" y="231491"/>
                </a:lnTo>
                <a:lnTo>
                  <a:pt x="0" y="210326"/>
                </a:lnTo>
                <a:lnTo>
                  <a:pt x="248688" y="64817"/>
                </a:lnTo>
                <a:lnTo>
                  <a:pt x="219586" y="51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18" name="文本框 2"/>
          <p:cNvSpPr txBox="1"/>
          <p:nvPr>
            <p:custDataLst>
              <p:tags r:id="rId3"/>
            </p:custDataLst>
          </p:nvPr>
        </p:nvSpPr>
        <p:spPr>
          <a:xfrm>
            <a:off x="797623" y="628141"/>
            <a:ext cx="235210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</a:t>
            </a:r>
            <a:r>
              <a:rPr lang="zh-CN" altLang="en-US" sz="28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作内容概述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9" name="圆角矩形 18"/>
          <p:cNvSpPr/>
          <p:nvPr/>
        </p:nvSpPr>
        <p:spPr>
          <a:xfrm rot="18917253">
            <a:off x="464199" y="751640"/>
            <a:ext cx="276220" cy="276220"/>
          </a:xfrm>
          <a:prstGeom prst="roundRect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1137" y="5325937"/>
            <a:ext cx="4608975" cy="15363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17"/>
            <a:ext cx="3359187" cy="671837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374" y="0"/>
            <a:ext cx="7681626" cy="6858594"/>
          </a:xfrm>
          <a:prstGeom prst="rect">
            <a:avLst/>
          </a:prstGeom>
        </p:spPr>
      </p:pic>
      <p:sp>
        <p:nvSpPr>
          <p:cNvPr id="15" name="文本框 2"/>
          <p:cNvSpPr txBox="1"/>
          <p:nvPr>
            <p:custDataLst>
              <p:tags r:id="rId4"/>
            </p:custDataLst>
          </p:nvPr>
        </p:nvSpPr>
        <p:spPr>
          <a:xfrm rot="5400000">
            <a:off x="8891561" y="2689590"/>
            <a:ext cx="5651441" cy="144655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lvl="0" algn="dist">
              <a:lnSpc>
                <a:spcPct val="100000"/>
              </a:lnSpc>
              <a:defRPr/>
            </a:pPr>
            <a:r>
              <a:rPr lang="en-US" sz="8800" b="0" noProof="0" dirty="0" smtClean="0">
                <a:ln>
                  <a:solidFill>
                    <a:srgbClr val="286674"/>
                  </a:solidFill>
                </a:ln>
                <a:noFill/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PART.02</a:t>
            </a:r>
            <a:endParaRPr kumimoji="0" lang="en-US" sz="8800" b="0" i="0" u="none" strike="noStrike" kern="1200" cap="none" spc="0" normalizeH="0" baseline="0" noProof="0" dirty="0">
              <a:ln>
                <a:solidFill>
                  <a:srgbClr val="286674"/>
                </a:solidFill>
              </a:ln>
              <a:noFill/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7" name="文本框 2"/>
          <p:cNvSpPr txBox="1"/>
          <p:nvPr>
            <p:custDataLst>
              <p:tags r:id="rId5"/>
            </p:custDataLst>
          </p:nvPr>
        </p:nvSpPr>
        <p:spPr>
          <a:xfrm>
            <a:off x="1068180" y="4501937"/>
            <a:ext cx="1828185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lvl="0" algn="ctr">
              <a:lnSpc>
                <a:spcPct val="100000"/>
              </a:lnSpc>
              <a:defRPr/>
            </a:pPr>
            <a:r>
              <a:rPr lang="zh-CN" altLang="en-US" sz="1800" b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汇报人：稻小壳</a:t>
            </a:r>
            <a:endParaRPr lang="en-US" altLang="zh-CN" sz="1800" b="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8" name="文本框 2"/>
          <p:cNvSpPr txBox="1"/>
          <p:nvPr>
            <p:custDataLst>
              <p:tags r:id="rId6"/>
            </p:custDataLst>
          </p:nvPr>
        </p:nvSpPr>
        <p:spPr>
          <a:xfrm>
            <a:off x="810243" y="3196882"/>
            <a:ext cx="2305490" cy="44057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r>
              <a:rPr lang="en-US" altLang="zh-CN" sz="2000" b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Project Display</a:t>
            </a:r>
            <a:endParaRPr lang="en-US" altLang="zh-CN" sz="2000" b="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9" name="1"/>
          <p:cNvSpPr txBox="1">
            <a:spLocks noChangeArrowheads="1"/>
          </p:cNvSpPr>
          <p:nvPr/>
        </p:nvSpPr>
        <p:spPr bwMode="auto">
          <a:xfrm>
            <a:off x="889832" y="3711932"/>
            <a:ext cx="6463870" cy="486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 defTabSz="914400">
              <a:lnSpc>
                <a:spcPct val="150000"/>
              </a:lnSpc>
              <a:defRPr/>
            </a:pPr>
            <a:r>
              <a:rPr lang="zh-CN" altLang="en-US" sz="1100" dirty="0">
                <a:solidFill>
                  <a:srgbClr val="286674">
                    <a:alpha val="50000"/>
                  </a:srgbClr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100" dirty="0">
              <a:solidFill>
                <a:srgbClr val="286674">
                  <a:alpha val="50000"/>
                </a:srgbClr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1" name="文本框 2"/>
          <p:cNvSpPr txBox="1"/>
          <p:nvPr>
            <p:custDataLst>
              <p:tags r:id="rId7"/>
            </p:custDataLst>
          </p:nvPr>
        </p:nvSpPr>
        <p:spPr>
          <a:xfrm>
            <a:off x="760632" y="2262469"/>
            <a:ext cx="4463302" cy="92333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项目成果展示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864193" y="4559367"/>
            <a:ext cx="229143" cy="243031"/>
          </a:xfrm>
          <a:custGeom>
            <a:avLst/>
            <a:gdLst/>
            <a:ahLst/>
            <a:cxnLst/>
            <a:rect l="l" t="t" r="r" b="b"/>
            <a:pathLst>
              <a:path w="229143" h="243031">
                <a:moveTo>
                  <a:pt x="118558" y="0"/>
                </a:moveTo>
                <a:cubicBezTo>
                  <a:pt x="135360" y="0"/>
                  <a:pt x="150576" y="2572"/>
                  <a:pt x="164206" y="7716"/>
                </a:cubicBezTo>
                <a:cubicBezTo>
                  <a:pt x="177836" y="12859"/>
                  <a:pt x="189452" y="20103"/>
                  <a:pt x="199053" y="29447"/>
                </a:cubicBezTo>
                <a:cubicBezTo>
                  <a:pt x="208655" y="38791"/>
                  <a:pt x="216070" y="50107"/>
                  <a:pt x="221299" y="63394"/>
                </a:cubicBezTo>
                <a:cubicBezTo>
                  <a:pt x="226528" y="76681"/>
                  <a:pt x="229143" y="91469"/>
                  <a:pt x="229143" y="107757"/>
                </a:cubicBezTo>
                <a:cubicBezTo>
                  <a:pt x="229143" y="118387"/>
                  <a:pt x="227814" y="128416"/>
                  <a:pt x="225157" y="137846"/>
                </a:cubicBezTo>
                <a:cubicBezTo>
                  <a:pt x="222499" y="147276"/>
                  <a:pt x="218684" y="155505"/>
                  <a:pt x="213712" y="162535"/>
                </a:cubicBezTo>
                <a:cubicBezTo>
                  <a:pt x="208740" y="169564"/>
                  <a:pt x="202740" y="175137"/>
                  <a:pt x="195710" y="179251"/>
                </a:cubicBezTo>
                <a:cubicBezTo>
                  <a:pt x="188681" y="183366"/>
                  <a:pt x="180880" y="185424"/>
                  <a:pt x="172307" y="185424"/>
                </a:cubicBezTo>
                <a:cubicBezTo>
                  <a:pt x="164935" y="185424"/>
                  <a:pt x="158848" y="183752"/>
                  <a:pt x="154048" y="180409"/>
                </a:cubicBezTo>
                <a:cubicBezTo>
                  <a:pt x="149247" y="177065"/>
                  <a:pt x="145561" y="171536"/>
                  <a:pt x="142989" y="163821"/>
                </a:cubicBezTo>
                <a:cubicBezTo>
                  <a:pt x="138532" y="170679"/>
                  <a:pt x="132788" y="176079"/>
                  <a:pt x="125759" y="180023"/>
                </a:cubicBezTo>
                <a:cubicBezTo>
                  <a:pt x="118729" y="183966"/>
                  <a:pt x="110328" y="185938"/>
                  <a:pt x="100555" y="185938"/>
                </a:cubicBezTo>
                <a:cubicBezTo>
                  <a:pt x="95069" y="185938"/>
                  <a:pt x="89754" y="184781"/>
                  <a:pt x="84611" y="182466"/>
                </a:cubicBezTo>
                <a:cubicBezTo>
                  <a:pt x="79467" y="180151"/>
                  <a:pt x="74924" y="176680"/>
                  <a:pt x="70980" y="172050"/>
                </a:cubicBezTo>
                <a:cubicBezTo>
                  <a:pt x="67037" y="167421"/>
                  <a:pt x="63865" y="161549"/>
                  <a:pt x="61465" y="154434"/>
                </a:cubicBezTo>
                <a:cubicBezTo>
                  <a:pt x="59065" y="147319"/>
                  <a:pt x="57864" y="138875"/>
                  <a:pt x="57864" y="129102"/>
                </a:cubicBezTo>
                <a:cubicBezTo>
                  <a:pt x="57864" y="117615"/>
                  <a:pt x="59579" y="107114"/>
                  <a:pt x="63008" y="97598"/>
                </a:cubicBezTo>
                <a:cubicBezTo>
                  <a:pt x="66437" y="88083"/>
                  <a:pt x="71152" y="79896"/>
                  <a:pt x="77152" y="73038"/>
                </a:cubicBezTo>
                <a:cubicBezTo>
                  <a:pt x="83153" y="66180"/>
                  <a:pt x="90226" y="60865"/>
                  <a:pt x="98369" y="57093"/>
                </a:cubicBezTo>
                <a:cubicBezTo>
                  <a:pt x="106513" y="53321"/>
                  <a:pt x="115300" y="51435"/>
                  <a:pt x="124730" y="51435"/>
                </a:cubicBezTo>
                <a:cubicBezTo>
                  <a:pt x="132445" y="51435"/>
                  <a:pt x="139775" y="52678"/>
                  <a:pt x="146718" y="55164"/>
                </a:cubicBezTo>
                <a:cubicBezTo>
                  <a:pt x="153662" y="57650"/>
                  <a:pt x="159534" y="60865"/>
                  <a:pt x="164335" y="64808"/>
                </a:cubicBezTo>
                <a:lnTo>
                  <a:pt x="158163" y="141704"/>
                </a:lnTo>
                <a:cubicBezTo>
                  <a:pt x="157648" y="150105"/>
                  <a:pt x="158806" y="155934"/>
                  <a:pt x="161634" y="159192"/>
                </a:cubicBezTo>
                <a:cubicBezTo>
                  <a:pt x="164463" y="162449"/>
                  <a:pt x="167850" y="164078"/>
                  <a:pt x="171793" y="164078"/>
                </a:cubicBezTo>
                <a:cubicBezTo>
                  <a:pt x="176079" y="164078"/>
                  <a:pt x="180323" y="162792"/>
                  <a:pt x="184523" y="160220"/>
                </a:cubicBezTo>
                <a:cubicBezTo>
                  <a:pt x="188724" y="157649"/>
                  <a:pt x="192495" y="153877"/>
                  <a:pt x="195839" y="148905"/>
                </a:cubicBezTo>
                <a:cubicBezTo>
                  <a:pt x="199182" y="143933"/>
                  <a:pt x="201839" y="137889"/>
                  <a:pt x="203811" y="130774"/>
                </a:cubicBezTo>
                <a:cubicBezTo>
                  <a:pt x="205783" y="123659"/>
                  <a:pt x="206769" y="115558"/>
                  <a:pt x="206769" y="106471"/>
                </a:cubicBezTo>
                <a:cubicBezTo>
                  <a:pt x="206769" y="93783"/>
                  <a:pt x="204711" y="82211"/>
                  <a:pt x="200596" y="71752"/>
                </a:cubicBezTo>
                <a:cubicBezTo>
                  <a:pt x="196482" y="61294"/>
                  <a:pt x="190567" y="52335"/>
                  <a:pt x="182851" y="44877"/>
                </a:cubicBezTo>
                <a:cubicBezTo>
                  <a:pt x="175136" y="37419"/>
                  <a:pt x="165835" y="31633"/>
                  <a:pt x="154948" y="27518"/>
                </a:cubicBezTo>
                <a:cubicBezTo>
                  <a:pt x="144061" y="23403"/>
                  <a:pt x="131845" y="21346"/>
                  <a:pt x="118300" y="21346"/>
                </a:cubicBezTo>
                <a:cubicBezTo>
                  <a:pt x="104070" y="21346"/>
                  <a:pt x="91169" y="23875"/>
                  <a:pt x="79596" y="28933"/>
                </a:cubicBezTo>
                <a:cubicBezTo>
                  <a:pt x="68023" y="33990"/>
                  <a:pt x="58079" y="41063"/>
                  <a:pt x="49763" y="50149"/>
                </a:cubicBezTo>
                <a:cubicBezTo>
                  <a:pt x="41448" y="59236"/>
                  <a:pt x="35019" y="70081"/>
                  <a:pt x="30475" y="82682"/>
                </a:cubicBezTo>
                <a:cubicBezTo>
                  <a:pt x="25932" y="95284"/>
                  <a:pt x="23660" y="109214"/>
                  <a:pt x="23660" y="124473"/>
                </a:cubicBezTo>
                <a:cubicBezTo>
                  <a:pt x="23660" y="138703"/>
                  <a:pt x="25932" y="151691"/>
                  <a:pt x="30475" y="163435"/>
                </a:cubicBezTo>
                <a:cubicBezTo>
                  <a:pt x="35019" y="175179"/>
                  <a:pt x="41534" y="185295"/>
                  <a:pt x="50021" y="193782"/>
                </a:cubicBezTo>
                <a:cubicBezTo>
                  <a:pt x="58507" y="202268"/>
                  <a:pt x="68666" y="208869"/>
                  <a:pt x="80496" y="213584"/>
                </a:cubicBezTo>
                <a:cubicBezTo>
                  <a:pt x="92326" y="218299"/>
                  <a:pt x="105613" y="220656"/>
                  <a:pt x="120358" y="220656"/>
                </a:cubicBezTo>
                <a:cubicBezTo>
                  <a:pt x="134245" y="220656"/>
                  <a:pt x="147104" y="219456"/>
                  <a:pt x="158934" y="217056"/>
                </a:cubicBezTo>
                <a:cubicBezTo>
                  <a:pt x="170764" y="214656"/>
                  <a:pt x="180880" y="211570"/>
                  <a:pt x="189281" y="207798"/>
                </a:cubicBezTo>
                <a:lnTo>
                  <a:pt x="186195" y="230172"/>
                </a:lnTo>
                <a:cubicBezTo>
                  <a:pt x="179337" y="233430"/>
                  <a:pt x="170207" y="236387"/>
                  <a:pt x="158806" y="239044"/>
                </a:cubicBezTo>
                <a:cubicBezTo>
                  <a:pt x="147404" y="241702"/>
                  <a:pt x="134588" y="243031"/>
                  <a:pt x="120358" y="243031"/>
                </a:cubicBezTo>
                <a:cubicBezTo>
                  <a:pt x="102356" y="243031"/>
                  <a:pt x="85939" y="240116"/>
                  <a:pt x="71109" y="234287"/>
                </a:cubicBezTo>
                <a:cubicBezTo>
                  <a:pt x="56278" y="228457"/>
                  <a:pt x="43591" y="220356"/>
                  <a:pt x="33047" y="209984"/>
                </a:cubicBezTo>
                <a:cubicBezTo>
                  <a:pt x="22503" y="199611"/>
                  <a:pt x="14359" y="187181"/>
                  <a:pt x="8615" y="172693"/>
                </a:cubicBezTo>
                <a:cubicBezTo>
                  <a:pt x="2872" y="158206"/>
                  <a:pt x="0" y="142218"/>
                  <a:pt x="0" y="124730"/>
                </a:cubicBezTo>
                <a:cubicBezTo>
                  <a:pt x="0" y="107071"/>
                  <a:pt x="2829" y="90612"/>
                  <a:pt x="8487" y="75353"/>
                </a:cubicBezTo>
                <a:cubicBezTo>
                  <a:pt x="14145" y="60094"/>
                  <a:pt x="22160" y="46892"/>
                  <a:pt x="32533" y="35748"/>
                </a:cubicBezTo>
                <a:cubicBezTo>
                  <a:pt x="42905" y="24603"/>
                  <a:pt x="55378" y="15859"/>
                  <a:pt x="69952" y="9516"/>
                </a:cubicBezTo>
                <a:cubicBezTo>
                  <a:pt x="84525" y="3172"/>
                  <a:pt x="100727" y="0"/>
                  <a:pt x="118558" y="0"/>
                </a:cubicBezTo>
                <a:close/>
                <a:moveTo>
                  <a:pt x="122158" y="74324"/>
                </a:moveTo>
                <a:cubicBezTo>
                  <a:pt x="117186" y="74324"/>
                  <a:pt x="112471" y="75610"/>
                  <a:pt x="108013" y="78182"/>
                </a:cubicBezTo>
                <a:cubicBezTo>
                  <a:pt x="103556" y="80753"/>
                  <a:pt x="99655" y="84397"/>
                  <a:pt x="96312" y="89111"/>
                </a:cubicBezTo>
                <a:cubicBezTo>
                  <a:pt x="92969" y="93826"/>
                  <a:pt x="90268" y="99527"/>
                  <a:pt x="88211" y="106214"/>
                </a:cubicBezTo>
                <a:cubicBezTo>
                  <a:pt x="86154" y="112900"/>
                  <a:pt x="85125" y="120273"/>
                  <a:pt x="85125" y="128331"/>
                </a:cubicBezTo>
                <a:cubicBezTo>
                  <a:pt x="85125" y="135017"/>
                  <a:pt x="85811" y="140589"/>
                  <a:pt x="87182" y="145047"/>
                </a:cubicBezTo>
                <a:cubicBezTo>
                  <a:pt x="88554" y="149505"/>
                  <a:pt x="90268" y="153105"/>
                  <a:pt x="92326" y="155848"/>
                </a:cubicBezTo>
                <a:cubicBezTo>
                  <a:pt x="94383" y="158592"/>
                  <a:pt x="96698" y="160563"/>
                  <a:pt x="99270" y="161763"/>
                </a:cubicBezTo>
                <a:cubicBezTo>
                  <a:pt x="101841" y="162964"/>
                  <a:pt x="104413" y="163564"/>
                  <a:pt x="106985" y="163564"/>
                </a:cubicBezTo>
                <a:cubicBezTo>
                  <a:pt x="111785" y="163564"/>
                  <a:pt x="116586" y="162063"/>
                  <a:pt x="121387" y="159063"/>
                </a:cubicBezTo>
                <a:cubicBezTo>
                  <a:pt x="126187" y="156063"/>
                  <a:pt x="130045" y="151819"/>
                  <a:pt x="132959" y="146333"/>
                </a:cubicBezTo>
                <a:lnTo>
                  <a:pt x="138617" y="78182"/>
                </a:lnTo>
                <a:cubicBezTo>
                  <a:pt x="136560" y="76981"/>
                  <a:pt x="134031" y="76038"/>
                  <a:pt x="131031" y="75353"/>
                </a:cubicBezTo>
                <a:cubicBezTo>
                  <a:pt x="128030" y="74667"/>
                  <a:pt x="125073" y="74324"/>
                  <a:pt x="122158" y="74324"/>
                </a:cubicBezTo>
                <a:close/>
              </a:path>
            </a:pathLst>
          </a:cu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7066" y="1478125"/>
            <a:ext cx="5604934" cy="5380931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5528396" cy="4936067"/>
          </a:xfrm>
          <a:prstGeom prst="rect">
            <a:avLst/>
          </a:prstGeom>
        </p:spPr>
      </p:pic>
      <p:sp>
        <p:nvSpPr>
          <p:cNvPr id="20" name="文本框 2"/>
          <p:cNvSpPr txBox="1"/>
          <p:nvPr>
            <p:custDataLst>
              <p:tags r:id="rId3"/>
            </p:custDataLst>
          </p:nvPr>
        </p:nvSpPr>
        <p:spPr>
          <a:xfrm>
            <a:off x="797623" y="628141"/>
            <a:ext cx="235210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项目成果展示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1" name="圆角矩形 20"/>
          <p:cNvSpPr/>
          <p:nvPr/>
        </p:nvSpPr>
        <p:spPr>
          <a:xfrm rot="18917253">
            <a:off x="464199" y="751640"/>
            <a:ext cx="276220" cy="276220"/>
          </a:xfrm>
          <a:prstGeom prst="roundRect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66791"/>
              </a:solidFill>
            </a:endParaRPr>
          </a:p>
        </p:txBody>
      </p:sp>
      <p:sp>
        <p:nvSpPr>
          <p:cNvPr id="2" name="1"/>
          <p:cNvSpPr txBox="1">
            <a:spLocks noChangeArrowheads="1"/>
          </p:cNvSpPr>
          <p:nvPr/>
        </p:nvSpPr>
        <p:spPr bwMode="auto">
          <a:xfrm>
            <a:off x="874714" y="2590096"/>
            <a:ext cx="16822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项目概述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3" name="1"/>
          <p:cNvSpPr txBox="1">
            <a:spLocks noChangeArrowheads="1"/>
          </p:cNvSpPr>
          <p:nvPr/>
        </p:nvSpPr>
        <p:spPr bwMode="auto">
          <a:xfrm>
            <a:off x="874716" y="3039644"/>
            <a:ext cx="4381360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单击此处输入你的正文，文字是您思想的提炼，为了最终演示发布的良好效果，请尽量言简意赅的阐述观点；根据需要可酌情增减文字，以便观者可以准确理解您所传达的信息</a:t>
            </a:r>
            <a:r>
              <a:rPr lang="zh-CN" altLang="en-US" sz="12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。</a:t>
            </a: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单击此处输入你的正文，文字是您思想的提炼，为了最终演示发布的良好效果，请尽量言简意赅的阐述观点；根据需要可酌情增减文字，以便观者可以准确理解您所传达的信息</a:t>
            </a:r>
            <a:r>
              <a:rPr lang="zh-CN" altLang="en-US" sz="12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74714" y="4883468"/>
            <a:ext cx="1443790" cy="333966"/>
          </a:xfrm>
          <a:prstGeom prst="roundRect">
            <a:avLst>
              <a:gd name="adj" fmla="val 50000"/>
            </a:avLst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5" name="1"/>
          <p:cNvSpPr txBox="1">
            <a:spLocks noChangeArrowheads="1"/>
          </p:cNvSpPr>
          <p:nvPr/>
        </p:nvSpPr>
        <p:spPr bwMode="auto">
          <a:xfrm>
            <a:off x="1160547" y="4937441"/>
            <a:ext cx="87212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关键词</a:t>
            </a: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366932" y="1464384"/>
            <a:ext cx="4950355" cy="2116667"/>
          </a:xfrm>
          <a:prstGeom prst="roundRect">
            <a:avLst>
              <a:gd name="adj" fmla="val 11867"/>
            </a:avLst>
          </a:prstGeom>
          <a:blipFill dpi="0" rotWithShape="1">
            <a:blip r:embed="rId4"/>
            <a:srcRect/>
            <a:stretch>
              <a:fillRect t="-27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6366933" y="3825134"/>
            <a:ext cx="4950355" cy="2116667"/>
          </a:xfrm>
          <a:prstGeom prst="roundRect">
            <a:avLst>
              <a:gd name="adj" fmla="val 11867"/>
            </a:avLst>
          </a:prstGeom>
          <a:blipFill>
            <a:blip r:embed="rId5"/>
            <a:stretch>
              <a:fillRect t="-27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571063" y="1769185"/>
            <a:ext cx="1591738" cy="1591736"/>
          </a:xfrm>
          <a:prstGeom prst="roundRect">
            <a:avLst/>
          </a:prstGeom>
          <a:solidFill>
            <a:srgbClr val="286674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1"/>
          <p:cNvSpPr txBox="1">
            <a:spLocks noChangeArrowheads="1"/>
          </p:cNvSpPr>
          <p:nvPr/>
        </p:nvSpPr>
        <p:spPr bwMode="auto">
          <a:xfrm>
            <a:off x="5805220" y="2157910"/>
            <a:ext cx="11234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68%</a:t>
            </a:r>
            <a:endParaRPr kumimoji="0" lang="en-US" altLang="zh-CN" sz="3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3" name="1"/>
          <p:cNvSpPr txBox="1">
            <a:spLocks noChangeArrowheads="1"/>
          </p:cNvSpPr>
          <p:nvPr/>
        </p:nvSpPr>
        <p:spPr bwMode="auto">
          <a:xfrm>
            <a:off x="5589783" y="2650353"/>
            <a:ext cx="1480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00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项目进度</a:t>
            </a:r>
            <a:endParaRPr lang="en-US" altLang="zh-CN" sz="2000" dirty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589783" y="4101767"/>
            <a:ext cx="1591738" cy="1591736"/>
          </a:xfrm>
          <a:prstGeom prst="roundRect">
            <a:avLst/>
          </a:prstGeom>
          <a:solidFill>
            <a:srgbClr val="286674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1"/>
          <p:cNvSpPr txBox="1">
            <a:spLocks noChangeArrowheads="1"/>
          </p:cNvSpPr>
          <p:nvPr/>
        </p:nvSpPr>
        <p:spPr bwMode="auto">
          <a:xfrm>
            <a:off x="5823940" y="4490492"/>
            <a:ext cx="11234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68%</a:t>
            </a:r>
            <a:endParaRPr kumimoji="0" lang="en-US" altLang="zh-CN" sz="3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6" name="1"/>
          <p:cNvSpPr txBox="1">
            <a:spLocks noChangeArrowheads="1"/>
          </p:cNvSpPr>
          <p:nvPr/>
        </p:nvSpPr>
        <p:spPr bwMode="auto">
          <a:xfrm>
            <a:off x="5608503" y="4982935"/>
            <a:ext cx="1480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项目进度</a:t>
            </a:r>
            <a:endParaRPr lang="en-US" altLang="zh-CN" sz="2000" dirty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7066" y="1478125"/>
            <a:ext cx="5604934" cy="5380931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5528396" cy="4936067"/>
          </a:xfrm>
          <a:prstGeom prst="rect">
            <a:avLst/>
          </a:prstGeom>
        </p:spPr>
      </p:pic>
      <p:sp>
        <p:nvSpPr>
          <p:cNvPr id="25" name="文本框 2"/>
          <p:cNvSpPr txBox="1"/>
          <p:nvPr>
            <p:custDataLst>
              <p:tags r:id="rId3"/>
            </p:custDataLst>
          </p:nvPr>
        </p:nvSpPr>
        <p:spPr>
          <a:xfrm>
            <a:off x="797623" y="628141"/>
            <a:ext cx="235210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项目成果展示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6" name="圆角矩形 25"/>
          <p:cNvSpPr/>
          <p:nvPr/>
        </p:nvSpPr>
        <p:spPr>
          <a:xfrm rot="18917253">
            <a:off x="464199" y="751640"/>
            <a:ext cx="276220" cy="276220"/>
          </a:xfrm>
          <a:prstGeom prst="roundRect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35718" y="1765831"/>
            <a:ext cx="4901633" cy="1786466"/>
          </a:xfrm>
          <a:prstGeom prst="rect">
            <a:avLst/>
          </a:prstGeom>
          <a:gradFill>
            <a:gsLst>
              <a:gs pos="0">
                <a:srgbClr val="C0F4F5">
                  <a:alpha val="50000"/>
                </a:srgbClr>
              </a:gs>
              <a:gs pos="100000">
                <a:srgbClr val="C0F4F5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4" name="1"/>
          <p:cNvSpPr txBox="1">
            <a:spLocks noChangeArrowheads="1"/>
          </p:cNvSpPr>
          <p:nvPr/>
        </p:nvSpPr>
        <p:spPr bwMode="auto">
          <a:xfrm>
            <a:off x="1924000" y="2196789"/>
            <a:ext cx="16803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项目概述</a:t>
            </a:r>
            <a:endParaRPr lang="en-US" altLang="zh-CN" sz="20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5" name="1"/>
          <p:cNvSpPr txBox="1">
            <a:spLocks noChangeArrowheads="1"/>
          </p:cNvSpPr>
          <p:nvPr/>
        </p:nvSpPr>
        <p:spPr bwMode="auto">
          <a:xfrm>
            <a:off x="1924000" y="2540530"/>
            <a:ext cx="38268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812818" y="2247054"/>
            <a:ext cx="842746" cy="842746"/>
          </a:xfrm>
          <a:prstGeom prst="ellipse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17995" y="3869227"/>
            <a:ext cx="4901633" cy="1786466"/>
          </a:xfrm>
          <a:prstGeom prst="rect">
            <a:avLst/>
          </a:prstGeom>
          <a:gradFill>
            <a:gsLst>
              <a:gs pos="0">
                <a:srgbClr val="C0F4F5">
                  <a:alpha val="50000"/>
                </a:srgbClr>
              </a:gs>
              <a:gs pos="100000">
                <a:srgbClr val="C0F4F5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7" name="1"/>
          <p:cNvSpPr txBox="1">
            <a:spLocks noChangeArrowheads="1"/>
          </p:cNvSpPr>
          <p:nvPr/>
        </p:nvSpPr>
        <p:spPr bwMode="auto">
          <a:xfrm>
            <a:off x="1906277" y="4300185"/>
            <a:ext cx="16803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项目概述</a:t>
            </a:r>
            <a:endParaRPr lang="en-US" altLang="zh-CN" sz="20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8" name="1"/>
          <p:cNvSpPr txBox="1">
            <a:spLocks noChangeArrowheads="1"/>
          </p:cNvSpPr>
          <p:nvPr/>
        </p:nvSpPr>
        <p:spPr bwMode="auto">
          <a:xfrm>
            <a:off x="1906277" y="4643926"/>
            <a:ext cx="38268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795095" y="4350450"/>
            <a:ext cx="842746" cy="842746"/>
          </a:xfrm>
          <a:prstGeom prst="ellipse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542528" y="1786997"/>
            <a:ext cx="4901633" cy="1786466"/>
          </a:xfrm>
          <a:prstGeom prst="rect">
            <a:avLst/>
          </a:prstGeom>
          <a:gradFill>
            <a:gsLst>
              <a:gs pos="0">
                <a:srgbClr val="C0F4F5">
                  <a:alpha val="50000"/>
                </a:srgbClr>
              </a:gs>
              <a:gs pos="100000">
                <a:srgbClr val="C0F4F5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11" name="1"/>
          <p:cNvSpPr txBox="1">
            <a:spLocks noChangeArrowheads="1"/>
          </p:cNvSpPr>
          <p:nvPr/>
        </p:nvSpPr>
        <p:spPr bwMode="auto">
          <a:xfrm>
            <a:off x="7230810" y="2217955"/>
            <a:ext cx="16803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项目概述</a:t>
            </a:r>
            <a:endParaRPr lang="en-US" altLang="zh-CN" sz="20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2" name="1"/>
          <p:cNvSpPr txBox="1">
            <a:spLocks noChangeArrowheads="1"/>
          </p:cNvSpPr>
          <p:nvPr/>
        </p:nvSpPr>
        <p:spPr bwMode="auto">
          <a:xfrm>
            <a:off x="7230810" y="2561696"/>
            <a:ext cx="38268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6119628" y="2268220"/>
            <a:ext cx="842746" cy="842746"/>
          </a:xfrm>
          <a:prstGeom prst="ellipse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524805" y="3890393"/>
            <a:ext cx="4901633" cy="1786466"/>
          </a:xfrm>
          <a:prstGeom prst="rect">
            <a:avLst/>
          </a:prstGeom>
          <a:gradFill>
            <a:gsLst>
              <a:gs pos="0">
                <a:srgbClr val="C0F4F5">
                  <a:alpha val="50000"/>
                </a:srgbClr>
              </a:gs>
              <a:gs pos="100000">
                <a:srgbClr val="C0F4F5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15" name="1"/>
          <p:cNvSpPr txBox="1">
            <a:spLocks noChangeArrowheads="1"/>
          </p:cNvSpPr>
          <p:nvPr/>
        </p:nvSpPr>
        <p:spPr bwMode="auto">
          <a:xfrm>
            <a:off x="7213087" y="4321351"/>
            <a:ext cx="16803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项目概述</a:t>
            </a:r>
            <a:endParaRPr lang="en-US" altLang="zh-CN" sz="20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6" name="1"/>
          <p:cNvSpPr txBox="1">
            <a:spLocks noChangeArrowheads="1"/>
          </p:cNvSpPr>
          <p:nvPr/>
        </p:nvSpPr>
        <p:spPr bwMode="auto">
          <a:xfrm>
            <a:off x="7213087" y="4665092"/>
            <a:ext cx="38268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101905" y="4371616"/>
            <a:ext cx="842746" cy="842746"/>
          </a:xfrm>
          <a:prstGeom prst="ellipse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19" name="任意多边形 18"/>
          <p:cNvSpPr/>
          <p:nvPr/>
        </p:nvSpPr>
        <p:spPr bwMode="auto">
          <a:xfrm>
            <a:off x="6346821" y="4596655"/>
            <a:ext cx="349859" cy="392668"/>
          </a:xfrm>
          <a:custGeom>
            <a:avLst/>
            <a:gdLst>
              <a:gd name="connsiteX0" fmla="*/ 157154 w 313505"/>
              <a:gd name="connsiteY0" fmla="*/ 215617 h 351866"/>
              <a:gd name="connsiteX1" fmla="*/ 186820 w 313505"/>
              <a:gd name="connsiteY1" fmla="*/ 283343 h 351866"/>
              <a:gd name="connsiteX2" fmla="*/ 189226 w 313505"/>
              <a:gd name="connsiteY2" fmla="*/ 283343 h 351866"/>
              <a:gd name="connsiteX3" fmla="*/ 216487 w 313505"/>
              <a:gd name="connsiteY3" fmla="*/ 233943 h 351866"/>
              <a:gd name="connsiteX4" fmla="*/ 300676 w 313505"/>
              <a:gd name="connsiteY4" fmla="*/ 258643 h 351866"/>
              <a:gd name="connsiteX5" fmla="*/ 313505 w 313505"/>
              <a:gd name="connsiteY5" fmla="*/ 351866 h 351866"/>
              <a:gd name="connsiteX6" fmla="*/ 0 w 313505"/>
              <a:gd name="connsiteY6" fmla="*/ 351866 h 351866"/>
              <a:gd name="connsiteX7" fmla="*/ 13631 w 313505"/>
              <a:gd name="connsiteY7" fmla="*/ 258643 h 351866"/>
              <a:gd name="connsiteX8" fmla="*/ 97820 w 313505"/>
              <a:gd name="connsiteY8" fmla="*/ 233943 h 351866"/>
              <a:gd name="connsiteX9" fmla="*/ 125082 w 313505"/>
              <a:gd name="connsiteY9" fmla="*/ 283343 h 351866"/>
              <a:gd name="connsiteX10" fmla="*/ 126685 w 313505"/>
              <a:gd name="connsiteY10" fmla="*/ 283343 h 351866"/>
              <a:gd name="connsiteX11" fmla="*/ 157154 w 313505"/>
              <a:gd name="connsiteY11" fmla="*/ 215617 h 351866"/>
              <a:gd name="connsiteX12" fmla="*/ 157414 w 313505"/>
              <a:gd name="connsiteY12" fmla="*/ 0 h 351866"/>
              <a:gd name="connsiteX13" fmla="*/ 238105 w 313505"/>
              <a:gd name="connsiteY13" fmla="*/ 74295 h 351866"/>
              <a:gd name="connsiteX14" fmla="*/ 234111 w 313505"/>
              <a:gd name="connsiteY14" fmla="*/ 111043 h 351866"/>
              <a:gd name="connsiteX15" fmla="*/ 223725 w 313505"/>
              <a:gd name="connsiteY15" fmla="*/ 144596 h 351866"/>
              <a:gd name="connsiteX16" fmla="*/ 157414 w 313505"/>
              <a:gd name="connsiteY16" fmla="*/ 203712 h 351866"/>
              <a:gd name="connsiteX17" fmla="*/ 87908 w 313505"/>
              <a:gd name="connsiteY17" fmla="*/ 142998 h 351866"/>
              <a:gd name="connsiteX18" fmla="*/ 78321 w 313505"/>
              <a:gd name="connsiteY18" fmla="*/ 101456 h 351866"/>
              <a:gd name="connsiteX19" fmla="*/ 76723 w 313505"/>
              <a:gd name="connsiteY19" fmla="*/ 74295 h 351866"/>
              <a:gd name="connsiteX20" fmla="*/ 157414 w 313505"/>
              <a:gd name="connsiteY20" fmla="*/ 0 h 35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13505" h="351866">
                <a:moveTo>
                  <a:pt x="157154" y="215617"/>
                </a:moveTo>
                <a:cubicBezTo>
                  <a:pt x="174793" y="215617"/>
                  <a:pt x="161964" y="279359"/>
                  <a:pt x="186820" y="283343"/>
                </a:cubicBezTo>
                <a:cubicBezTo>
                  <a:pt x="187622" y="283343"/>
                  <a:pt x="188424" y="283343"/>
                  <a:pt x="189226" y="283343"/>
                </a:cubicBezTo>
                <a:cubicBezTo>
                  <a:pt x="206064" y="283343"/>
                  <a:pt x="206064" y="253066"/>
                  <a:pt x="216487" y="233943"/>
                </a:cubicBezTo>
                <a:cubicBezTo>
                  <a:pt x="238938" y="245895"/>
                  <a:pt x="284640" y="241911"/>
                  <a:pt x="300676" y="258643"/>
                </a:cubicBezTo>
                <a:cubicBezTo>
                  <a:pt x="309496" y="268204"/>
                  <a:pt x="313505" y="326369"/>
                  <a:pt x="313505" y="351866"/>
                </a:cubicBezTo>
                <a:cubicBezTo>
                  <a:pt x="313505" y="351866"/>
                  <a:pt x="313505" y="351866"/>
                  <a:pt x="0" y="351866"/>
                </a:cubicBezTo>
                <a:cubicBezTo>
                  <a:pt x="0" y="326369"/>
                  <a:pt x="4811" y="268204"/>
                  <a:pt x="13631" y="258643"/>
                </a:cubicBezTo>
                <a:cubicBezTo>
                  <a:pt x="29667" y="241911"/>
                  <a:pt x="75370" y="245895"/>
                  <a:pt x="97820" y="233943"/>
                </a:cubicBezTo>
                <a:cubicBezTo>
                  <a:pt x="108244" y="253066"/>
                  <a:pt x="108244" y="283343"/>
                  <a:pt x="125082" y="283343"/>
                </a:cubicBezTo>
                <a:cubicBezTo>
                  <a:pt x="125883" y="283343"/>
                  <a:pt x="125883" y="283343"/>
                  <a:pt x="126685" y="283343"/>
                </a:cubicBezTo>
                <a:cubicBezTo>
                  <a:pt x="152343" y="279359"/>
                  <a:pt x="139514" y="215617"/>
                  <a:pt x="157154" y="215617"/>
                </a:cubicBezTo>
                <a:close/>
                <a:moveTo>
                  <a:pt x="157414" y="0"/>
                </a:moveTo>
                <a:cubicBezTo>
                  <a:pt x="202154" y="0"/>
                  <a:pt x="238105" y="33553"/>
                  <a:pt x="238105" y="74295"/>
                </a:cubicBezTo>
                <a:cubicBezTo>
                  <a:pt x="238105" y="89473"/>
                  <a:pt x="236507" y="101456"/>
                  <a:pt x="234111" y="111043"/>
                </a:cubicBezTo>
                <a:cubicBezTo>
                  <a:pt x="231714" y="123026"/>
                  <a:pt x="227719" y="135009"/>
                  <a:pt x="223725" y="144596"/>
                </a:cubicBezTo>
                <a:cubicBezTo>
                  <a:pt x="206947" y="182941"/>
                  <a:pt x="178186" y="203712"/>
                  <a:pt x="157414" y="203712"/>
                </a:cubicBezTo>
                <a:cubicBezTo>
                  <a:pt x="136642" y="203712"/>
                  <a:pt x="104685" y="182941"/>
                  <a:pt x="87908" y="142998"/>
                </a:cubicBezTo>
                <a:cubicBezTo>
                  <a:pt x="83115" y="131814"/>
                  <a:pt x="79919" y="115836"/>
                  <a:pt x="78321" y="101456"/>
                </a:cubicBezTo>
                <a:cubicBezTo>
                  <a:pt x="77522" y="94267"/>
                  <a:pt x="76723" y="84680"/>
                  <a:pt x="76723" y="74295"/>
                </a:cubicBezTo>
                <a:cubicBezTo>
                  <a:pt x="76723" y="33553"/>
                  <a:pt x="112675" y="0"/>
                  <a:pt x="15741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20" name="任意多边形 19"/>
          <p:cNvSpPr/>
          <p:nvPr/>
        </p:nvSpPr>
        <p:spPr bwMode="auto">
          <a:xfrm>
            <a:off x="6332403" y="2471622"/>
            <a:ext cx="438430" cy="392668"/>
          </a:xfrm>
          <a:custGeom>
            <a:avLst/>
            <a:gdLst>
              <a:gd name="connsiteX0" fmla="*/ 183502 w 392873"/>
              <a:gd name="connsiteY0" fmla="*/ 259270 h 351866"/>
              <a:gd name="connsiteX1" fmla="*/ 209371 w 392873"/>
              <a:gd name="connsiteY1" fmla="*/ 259270 h 351866"/>
              <a:gd name="connsiteX2" fmla="*/ 218263 w 392873"/>
              <a:gd name="connsiteY2" fmla="*/ 267135 h 351866"/>
              <a:gd name="connsiteX3" fmla="*/ 218263 w 392873"/>
              <a:gd name="connsiteY3" fmla="*/ 279720 h 351866"/>
              <a:gd name="connsiteX4" fmla="*/ 209371 w 392873"/>
              <a:gd name="connsiteY4" fmla="*/ 288372 h 351866"/>
              <a:gd name="connsiteX5" fmla="*/ 183502 w 392873"/>
              <a:gd name="connsiteY5" fmla="*/ 288372 h 351866"/>
              <a:gd name="connsiteX6" fmla="*/ 174610 w 392873"/>
              <a:gd name="connsiteY6" fmla="*/ 279720 h 351866"/>
              <a:gd name="connsiteX7" fmla="*/ 174610 w 392873"/>
              <a:gd name="connsiteY7" fmla="*/ 267135 h 351866"/>
              <a:gd name="connsiteX8" fmla="*/ 183502 w 392873"/>
              <a:gd name="connsiteY8" fmla="*/ 259270 h 351866"/>
              <a:gd name="connsiteX9" fmla="*/ 384935 w 392873"/>
              <a:gd name="connsiteY9" fmla="*/ 222231 h 351866"/>
              <a:gd name="connsiteX10" fmla="*/ 384935 w 392873"/>
              <a:gd name="connsiteY10" fmla="*/ 330260 h 351866"/>
              <a:gd name="connsiteX11" fmla="*/ 364153 w 392873"/>
              <a:gd name="connsiteY11" fmla="*/ 351866 h 351866"/>
              <a:gd name="connsiteX12" fmla="*/ 30841 w 392873"/>
              <a:gd name="connsiteY12" fmla="*/ 351866 h 351866"/>
              <a:gd name="connsiteX13" fmla="*/ 9259 w 392873"/>
              <a:gd name="connsiteY13" fmla="*/ 330260 h 351866"/>
              <a:gd name="connsiteX14" fmla="*/ 9259 w 392873"/>
              <a:gd name="connsiteY14" fmla="*/ 223031 h 351866"/>
              <a:gd name="connsiteX15" fmla="*/ 10058 w 392873"/>
              <a:gd name="connsiteY15" fmla="*/ 223031 h 351866"/>
              <a:gd name="connsiteX16" fmla="*/ 10858 w 392873"/>
              <a:gd name="connsiteY16" fmla="*/ 223031 h 351866"/>
              <a:gd name="connsiteX17" fmla="*/ 20449 w 392873"/>
              <a:gd name="connsiteY17" fmla="*/ 227032 h 351866"/>
              <a:gd name="connsiteX18" fmla="*/ 162727 w 392873"/>
              <a:gd name="connsiteY18" fmla="*/ 255840 h 351866"/>
              <a:gd name="connsiteX19" fmla="*/ 162727 w 392873"/>
              <a:gd name="connsiteY19" fmla="*/ 272645 h 351866"/>
              <a:gd name="connsiteX20" fmla="*/ 188305 w 392873"/>
              <a:gd name="connsiteY20" fmla="*/ 299052 h 351866"/>
              <a:gd name="connsiteX21" fmla="*/ 205890 w 392873"/>
              <a:gd name="connsiteY21" fmla="*/ 299052 h 351866"/>
              <a:gd name="connsiteX22" fmla="*/ 232267 w 392873"/>
              <a:gd name="connsiteY22" fmla="*/ 272645 h 351866"/>
              <a:gd name="connsiteX23" fmla="*/ 232267 w 392873"/>
              <a:gd name="connsiteY23" fmla="*/ 255840 h 351866"/>
              <a:gd name="connsiteX24" fmla="*/ 364952 w 392873"/>
              <a:gd name="connsiteY24" fmla="*/ 230233 h 351866"/>
              <a:gd name="connsiteX25" fmla="*/ 371347 w 392873"/>
              <a:gd name="connsiteY25" fmla="*/ 227833 h 351866"/>
              <a:gd name="connsiteX26" fmla="*/ 380139 w 392873"/>
              <a:gd name="connsiteY26" fmla="*/ 224632 h 351866"/>
              <a:gd name="connsiteX27" fmla="*/ 384935 w 392873"/>
              <a:gd name="connsiteY27" fmla="*/ 222231 h 351866"/>
              <a:gd name="connsiteX28" fmla="*/ 183502 w 392873"/>
              <a:gd name="connsiteY28" fmla="*/ 216940 h 351866"/>
              <a:gd name="connsiteX29" fmla="*/ 209371 w 392873"/>
              <a:gd name="connsiteY29" fmla="*/ 216940 h 351866"/>
              <a:gd name="connsiteX30" fmla="*/ 218263 w 392873"/>
              <a:gd name="connsiteY30" fmla="*/ 224957 h 351866"/>
              <a:gd name="connsiteX31" fmla="*/ 218263 w 392873"/>
              <a:gd name="connsiteY31" fmla="*/ 235379 h 351866"/>
              <a:gd name="connsiteX32" fmla="*/ 209371 w 392873"/>
              <a:gd name="connsiteY32" fmla="*/ 243396 h 351866"/>
              <a:gd name="connsiteX33" fmla="*/ 183502 w 392873"/>
              <a:gd name="connsiteY33" fmla="*/ 243396 h 351866"/>
              <a:gd name="connsiteX34" fmla="*/ 174610 w 392873"/>
              <a:gd name="connsiteY34" fmla="*/ 235379 h 351866"/>
              <a:gd name="connsiteX35" fmla="*/ 174610 w 392873"/>
              <a:gd name="connsiteY35" fmla="*/ 224957 h 351866"/>
              <a:gd name="connsiteX36" fmla="*/ 183502 w 392873"/>
              <a:gd name="connsiteY36" fmla="*/ 216940 h 351866"/>
              <a:gd name="connsiteX37" fmla="*/ 20846 w 392873"/>
              <a:gd name="connsiteY37" fmla="*/ 79368 h 351866"/>
              <a:gd name="connsiteX38" fmla="*/ 372027 w 392873"/>
              <a:gd name="connsiteY38" fmla="*/ 79368 h 351866"/>
              <a:gd name="connsiteX39" fmla="*/ 392873 w 392873"/>
              <a:gd name="connsiteY39" fmla="*/ 100004 h 351866"/>
              <a:gd name="connsiteX40" fmla="*/ 392873 w 392873"/>
              <a:gd name="connsiteY40" fmla="*/ 192072 h 351866"/>
              <a:gd name="connsiteX41" fmla="*/ 388864 w 392873"/>
              <a:gd name="connsiteY41" fmla="*/ 198421 h 351866"/>
              <a:gd name="connsiteX42" fmla="*/ 360000 w 392873"/>
              <a:gd name="connsiteY42" fmla="*/ 209533 h 351866"/>
              <a:gd name="connsiteX43" fmla="*/ 230913 w 392873"/>
              <a:gd name="connsiteY43" fmla="*/ 234137 h 351866"/>
              <a:gd name="connsiteX44" fmla="*/ 230913 w 392873"/>
              <a:gd name="connsiteY44" fmla="*/ 221438 h 351866"/>
              <a:gd name="connsiteX45" fmla="*/ 205256 w 392873"/>
              <a:gd name="connsiteY45" fmla="*/ 201596 h 351866"/>
              <a:gd name="connsiteX46" fmla="*/ 187617 w 392873"/>
              <a:gd name="connsiteY46" fmla="*/ 201596 h 351866"/>
              <a:gd name="connsiteX47" fmla="*/ 161960 w 392873"/>
              <a:gd name="connsiteY47" fmla="*/ 218263 h 351866"/>
              <a:gd name="connsiteX48" fmla="*/ 161960 w 392873"/>
              <a:gd name="connsiteY48" fmla="*/ 234137 h 351866"/>
              <a:gd name="connsiteX49" fmla="*/ 14432 w 392873"/>
              <a:gd name="connsiteY49" fmla="*/ 202390 h 351866"/>
              <a:gd name="connsiteX50" fmla="*/ 4811 w 392873"/>
              <a:gd name="connsiteY50" fmla="*/ 198421 h 351866"/>
              <a:gd name="connsiteX51" fmla="*/ 0 w 392873"/>
              <a:gd name="connsiteY51" fmla="*/ 192072 h 351866"/>
              <a:gd name="connsiteX52" fmla="*/ 0 w 392873"/>
              <a:gd name="connsiteY52" fmla="*/ 100004 h 351866"/>
              <a:gd name="connsiteX53" fmla="*/ 20846 w 392873"/>
              <a:gd name="connsiteY53" fmla="*/ 79368 h 351866"/>
              <a:gd name="connsiteX54" fmla="*/ 156324 w 392873"/>
              <a:gd name="connsiteY54" fmla="*/ 0 h 351866"/>
              <a:gd name="connsiteX55" fmla="*/ 237872 w 392873"/>
              <a:gd name="connsiteY55" fmla="*/ 0 h 351866"/>
              <a:gd name="connsiteX56" fmla="*/ 269852 w 392873"/>
              <a:gd name="connsiteY56" fmla="*/ 32297 h 351866"/>
              <a:gd name="connsiteX57" fmla="*/ 269852 w 392873"/>
              <a:gd name="connsiteY57" fmla="*/ 58135 h 351866"/>
              <a:gd name="connsiteX58" fmla="*/ 261857 w 392873"/>
              <a:gd name="connsiteY58" fmla="*/ 62172 h 351866"/>
              <a:gd name="connsiteX59" fmla="*/ 252263 w 392873"/>
              <a:gd name="connsiteY59" fmla="*/ 62172 h 351866"/>
              <a:gd name="connsiteX60" fmla="*/ 243469 w 392873"/>
              <a:gd name="connsiteY60" fmla="*/ 58135 h 351866"/>
              <a:gd name="connsiteX61" fmla="*/ 243469 w 392873"/>
              <a:gd name="connsiteY61" fmla="*/ 32297 h 351866"/>
              <a:gd name="connsiteX62" fmla="*/ 237872 w 392873"/>
              <a:gd name="connsiteY62" fmla="*/ 26645 h 351866"/>
              <a:gd name="connsiteX63" fmla="*/ 156324 w 392873"/>
              <a:gd name="connsiteY63" fmla="*/ 26645 h 351866"/>
              <a:gd name="connsiteX64" fmla="*/ 150727 w 392873"/>
              <a:gd name="connsiteY64" fmla="*/ 32297 h 351866"/>
              <a:gd name="connsiteX65" fmla="*/ 150727 w 392873"/>
              <a:gd name="connsiteY65" fmla="*/ 58135 h 351866"/>
              <a:gd name="connsiteX66" fmla="*/ 141933 w 392873"/>
              <a:gd name="connsiteY66" fmla="*/ 62172 h 351866"/>
              <a:gd name="connsiteX67" fmla="*/ 133139 w 392873"/>
              <a:gd name="connsiteY67" fmla="*/ 62172 h 351866"/>
              <a:gd name="connsiteX68" fmla="*/ 124344 w 392873"/>
              <a:gd name="connsiteY68" fmla="*/ 57327 h 351866"/>
              <a:gd name="connsiteX69" fmla="*/ 124344 w 392873"/>
              <a:gd name="connsiteY69" fmla="*/ 32297 h 351866"/>
              <a:gd name="connsiteX70" fmla="*/ 156324 w 392873"/>
              <a:gd name="connsiteY70" fmla="*/ 0 h 35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392873" h="351866">
                <a:moveTo>
                  <a:pt x="183502" y="259270"/>
                </a:moveTo>
                <a:cubicBezTo>
                  <a:pt x="183502" y="259270"/>
                  <a:pt x="183502" y="259270"/>
                  <a:pt x="209371" y="259270"/>
                </a:cubicBezTo>
                <a:cubicBezTo>
                  <a:pt x="214221" y="259270"/>
                  <a:pt x="218263" y="262416"/>
                  <a:pt x="218263" y="267135"/>
                </a:cubicBezTo>
                <a:cubicBezTo>
                  <a:pt x="218263" y="267135"/>
                  <a:pt x="218263" y="267135"/>
                  <a:pt x="218263" y="279720"/>
                </a:cubicBezTo>
                <a:cubicBezTo>
                  <a:pt x="218263" y="284439"/>
                  <a:pt x="214221" y="288372"/>
                  <a:pt x="209371" y="288372"/>
                </a:cubicBezTo>
                <a:cubicBezTo>
                  <a:pt x="209371" y="288372"/>
                  <a:pt x="209371" y="288372"/>
                  <a:pt x="183502" y="288372"/>
                </a:cubicBezTo>
                <a:cubicBezTo>
                  <a:pt x="178652" y="288372"/>
                  <a:pt x="174610" y="284439"/>
                  <a:pt x="174610" y="279720"/>
                </a:cubicBezTo>
                <a:lnTo>
                  <a:pt x="174610" y="267135"/>
                </a:lnTo>
                <a:cubicBezTo>
                  <a:pt x="174610" y="262416"/>
                  <a:pt x="178652" y="259270"/>
                  <a:pt x="183502" y="259270"/>
                </a:cubicBezTo>
                <a:close/>
                <a:moveTo>
                  <a:pt x="384935" y="222231"/>
                </a:moveTo>
                <a:cubicBezTo>
                  <a:pt x="384935" y="222231"/>
                  <a:pt x="384935" y="222231"/>
                  <a:pt x="384935" y="330260"/>
                </a:cubicBezTo>
                <a:cubicBezTo>
                  <a:pt x="384935" y="342263"/>
                  <a:pt x="375343" y="351866"/>
                  <a:pt x="364153" y="351866"/>
                </a:cubicBezTo>
                <a:cubicBezTo>
                  <a:pt x="364153" y="351866"/>
                  <a:pt x="364153" y="351866"/>
                  <a:pt x="30841" y="351866"/>
                </a:cubicBezTo>
                <a:cubicBezTo>
                  <a:pt x="18851" y="351866"/>
                  <a:pt x="9259" y="342263"/>
                  <a:pt x="9259" y="330260"/>
                </a:cubicBezTo>
                <a:cubicBezTo>
                  <a:pt x="9259" y="330260"/>
                  <a:pt x="9259" y="330260"/>
                  <a:pt x="9259" y="223031"/>
                </a:cubicBezTo>
                <a:cubicBezTo>
                  <a:pt x="10058" y="223031"/>
                  <a:pt x="10058" y="223031"/>
                  <a:pt x="10058" y="223031"/>
                </a:cubicBezTo>
                <a:cubicBezTo>
                  <a:pt x="10058" y="223031"/>
                  <a:pt x="10058" y="223031"/>
                  <a:pt x="10858" y="223031"/>
                </a:cubicBezTo>
                <a:cubicBezTo>
                  <a:pt x="16453" y="225432"/>
                  <a:pt x="18851" y="226232"/>
                  <a:pt x="20449" y="227032"/>
                </a:cubicBezTo>
                <a:cubicBezTo>
                  <a:pt x="64412" y="243037"/>
                  <a:pt x="112370" y="252639"/>
                  <a:pt x="162727" y="255840"/>
                </a:cubicBezTo>
                <a:cubicBezTo>
                  <a:pt x="162727" y="255840"/>
                  <a:pt x="162727" y="255840"/>
                  <a:pt x="162727" y="272645"/>
                </a:cubicBezTo>
                <a:cubicBezTo>
                  <a:pt x="162727" y="287049"/>
                  <a:pt x="173917" y="299052"/>
                  <a:pt x="188305" y="299052"/>
                </a:cubicBezTo>
                <a:cubicBezTo>
                  <a:pt x="188305" y="299052"/>
                  <a:pt x="188305" y="299052"/>
                  <a:pt x="205890" y="299052"/>
                </a:cubicBezTo>
                <a:cubicBezTo>
                  <a:pt x="220277" y="299052"/>
                  <a:pt x="232267" y="287049"/>
                  <a:pt x="232267" y="272645"/>
                </a:cubicBezTo>
                <a:cubicBezTo>
                  <a:pt x="232267" y="272645"/>
                  <a:pt x="232267" y="272645"/>
                  <a:pt x="232267" y="255840"/>
                </a:cubicBezTo>
                <a:cubicBezTo>
                  <a:pt x="278627" y="253439"/>
                  <a:pt x="323388" y="244637"/>
                  <a:pt x="364952" y="230233"/>
                </a:cubicBezTo>
                <a:cubicBezTo>
                  <a:pt x="366551" y="229433"/>
                  <a:pt x="368949" y="228633"/>
                  <a:pt x="371347" y="227833"/>
                </a:cubicBezTo>
                <a:lnTo>
                  <a:pt x="380139" y="224632"/>
                </a:lnTo>
                <a:cubicBezTo>
                  <a:pt x="382537" y="223831"/>
                  <a:pt x="384136" y="223031"/>
                  <a:pt x="384935" y="222231"/>
                </a:cubicBezTo>
                <a:close/>
                <a:moveTo>
                  <a:pt x="183502" y="216940"/>
                </a:moveTo>
                <a:cubicBezTo>
                  <a:pt x="183502" y="216940"/>
                  <a:pt x="183502" y="216940"/>
                  <a:pt x="209371" y="216940"/>
                </a:cubicBezTo>
                <a:cubicBezTo>
                  <a:pt x="214221" y="216940"/>
                  <a:pt x="218263" y="220949"/>
                  <a:pt x="218263" y="224957"/>
                </a:cubicBezTo>
                <a:cubicBezTo>
                  <a:pt x="218263" y="224957"/>
                  <a:pt x="218263" y="224957"/>
                  <a:pt x="218263" y="235379"/>
                </a:cubicBezTo>
                <a:cubicBezTo>
                  <a:pt x="218263" y="239388"/>
                  <a:pt x="214221" y="243396"/>
                  <a:pt x="209371" y="243396"/>
                </a:cubicBezTo>
                <a:cubicBezTo>
                  <a:pt x="209371" y="243396"/>
                  <a:pt x="209371" y="243396"/>
                  <a:pt x="183502" y="243396"/>
                </a:cubicBezTo>
                <a:cubicBezTo>
                  <a:pt x="178652" y="243396"/>
                  <a:pt x="174610" y="239388"/>
                  <a:pt x="174610" y="235379"/>
                </a:cubicBezTo>
                <a:cubicBezTo>
                  <a:pt x="174610" y="235379"/>
                  <a:pt x="174610" y="235379"/>
                  <a:pt x="174610" y="224957"/>
                </a:cubicBezTo>
                <a:cubicBezTo>
                  <a:pt x="174610" y="220949"/>
                  <a:pt x="178652" y="216940"/>
                  <a:pt x="183502" y="216940"/>
                </a:cubicBezTo>
                <a:close/>
                <a:moveTo>
                  <a:pt x="20846" y="79368"/>
                </a:moveTo>
                <a:cubicBezTo>
                  <a:pt x="20846" y="79368"/>
                  <a:pt x="20846" y="79368"/>
                  <a:pt x="372027" y="79368"/>
                </a:cubicBezTo>
                <a:cubicBezTo>
                  <a:pt x="383252" y="79368"/>
                  <a:pt x="392873" y="88099"/>
                  <a:pt x="392873" y="100004"/>
                </a:cubicBezTo>
                <a:cubicBezTo>
                  <a:pt x="392873" y="100004"/>
                  <a:pt x="392873" y="100004"/>
                  <a:pt x="392873" y="192072"/>
                </a:cubicBezTo>
                <a:cubicBezTo>
                  <a:pt x="392873" y="193659"/>
                  <a:pt x="390468" y="196834"/>
                  <a:pt x="388864" y="198421"/>
                </a:cubicBezTo>
                <a:cubicBezTo>
                  <a:pt x="388864" y="198421"/>
                  <a:pt x="372829" y="204771"/>
                  <a:pt x="360000" y="209533"/>
                </a:cubicBezTo>
                <a:cubicBezTo>
                  <a:pt x="319911" y="223025"/>
                  <a:pt x="276615" y="230962"/>
                  <a:pt x="230913" y="234137"/>
                </a:cubicBezTo>
                <a:cubicBezTo>
                  <a:pt x="230913" y="234137"/>
                  <a:pt x="230913" y="234137"/>
                  <a:pt x="230913" y="221438"/>
                </a:cubicBezTo>
                <a:cubicBezTo>
                  <a:pt x="231715" y="209533"/>
                  <a:pt x="217283" y="201596"/>
                  <a:pt x="205256" y="201596"/>
                </a:cubicBezTo>
                <a:cubicBezTo>
                  <a:pt x="205256" y="201596"/>
                  <a:pt x="205256" y="201596"/>
                  <a:pt x="187617" y="201596"/>
                </a:cubicBezTo>
                <a:cubicBezTo>
                  <a:pt x="177194" y="201596"/>
                  <a:pt x="161960" y="208739"/>
                  <a:pt x="161960" y="218263"/>
                </a:cubicBezTo>
                <a:cubicBezTo>
                  <a:pt x="161960" y="218263"/>
                  <a:pt x="161960" y="218263"/>
                  <a:pt x="161960" y="234137"/>
                </a:cubicBezTo>
                <a:cubicBezTo>
                  <a:pt x="109844" y="230962"/>
                  <a:pt x="59332" y="219851"/>
                  <a:pt x="14432" y="202390"/>
                </a:cubicBezTo>
                <a:cubicBezTo>
                  <a:pt x="8018" y="200008"/>
                  <a:pt x="4811" y="198421"/>
                  <a:pt x="4811" y="198421"/>
                </a:cubicBezTo>
                <a:cubicBezTo>
                  <a:pt x="2405" y="197627"/>
                  <a:pt x="0" y="193659"/>
                  <a:pt x="0" y="192072"/>
                </a:cubicBezTo>
                <a:cubicBezTo>
                  <a:pt x="0" y="192072"/>
                  <a:pt x="0" y="192072"/>
                  <a:pt x="0" y="100004"/>
                </a:cubicBezTo>
                <a:cubicBezTo>
                  <a:pt x="0" y="88099"/>
                  <a:pt x="9622" y="79368"/>
                  <a:pt x="20846" y="79368"/>
                </a:cubicBezTo>
                <a:close/>
                <a:moveTo>
                  <a:pt x="156324" y="0"/>
                </a:moveTo>
                <a:cubicBezTo>
                  <a:pt x="156324" y="0"/>
                  <a:pt x="156324" y="0"/>
                  <a:pt x="237872" y="0"/>
                </a:cubicBezTo>
                <a:cubicBezTo>
                  <a:pt x="256261" y="0"/>
                  <a:pt x="269852" y="14534"/>
                  <a:pt x="269852" y="32297"/>
                </a:cubicBezTo>
                <a:cubicBezTo>
                  <a:pt x="269852" y="32297"/>
                  <a:pt x="269852" y="32297"/>
                  <a:pt x="269852" y="58135"/>
                </a:cubicBezTo>
                <a:cubicBezTo>
                  <a:pt x="269852" y="60557"/>
                  <a:pt x="266654" y="62172"/>
                  <a:pt x="261857" y="62172"/>
                </a:cubicBezTo>
                <a:cubicBezTo>
                  <a:pt x="261857" y="62172"/>
                  <a:pt x="261857" y="62172"/>
                  <a:pt x="252263" y="62172"/>
                </a:cubicBezTo>
                <a:cubicBezTo>
                  <a:pt x="247466" y="62172"/>
                  <a:pt x="243469" y="60557"/>
                  <a:pt x="243469" y="58135"/>
                </a:cubicBezTo>
                <a:cubicBezTo>
                  <a:pt x="243469" y="58135"/>
                  <a:pt x="243469" y="58135"/>
                  <a:pt x="243469" y="32297"/>
                </a:cubicBezTo>
                <a:cubicBezTo>
                  <a:pt x="243469" y="29067"/>
                  <a:pt x="241070" y="26645"/>
                  <a:pt x="237872" y="26645"/>
                </a:cubicBezTo>
                <a:cubicBezTo>
                  <a:pt x="237872" y="26645"/>
                  <a:pt x="237872" y="26645"/>
                  <a:pt x="156324" y="26645"/>
                </a:cubicBezTo>
                <a:cubicBezTo>
                  <a:pt x="153126" y="26645"/>
                  <a:pt x="150727" y="29067"/>
                  <a:pt x="150727" y="32297"/>
                </a:cubicBezTo>
                <a:cubicBezTo>
                  <a:pt x="150727" y="32297"/>
                  <a:pt x="150727" y="32297"/>
                  <a:pt x="150727" y="58135"/>
                </a:cubicBezTo>
                <a:cubicBezTo>
                  <a:pt x="150727" y="60557"/>
                  <a:pt x="146730" y="62172"/>
                  <a:pt x="141933" y="62172"/>
                </a:cubicBezTo>
                <a:cubicBezTo>
                  <a:pt x="141933" y="62172"/>
                  <a:pt x="141933" y="62172"/>
                  <a:pt x="133139" y="62172"/>
                </a:cubicBezTo>
                <a:cubicBezTo>
                  <a:pt x="128342" y="62172"/>
                  <a:pt x="124344" y="59750"/>
                  <a:pt x="124344" y="57327"/>
                </a:cubicBezTo>
                <a:cubicBezTo>
                  <a:pt x="124344" y="57327"/>
                  <a:pt x="124344" y="57327"/>
                  <a:pt x="124344" y="32297"/>
                </a:cubicBezTo>
                <a:cubicBezTo>
                  <a:pt x="124344" y="14534"/>
                  <a:pt x="138735" y="0"/>
                  <a:pt x="15632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21" name="任意多边形 20"/>
          <p:cNvSpPr/>
          <p:nvPr/>
        </p:nvSpPr>
        <p:spPr bwMode="auto">
          <a:xfrm>
            <a:off x="1076104" y="4571486"/>
            <a:ext cx="280728" cy="424280"/>
          </a:xfrm>
          <a:custGeom>
            <a:avLst/>
            <a:gdLst>
              <a:gd name="connsiteX0" fmla="*/ 24048 w 232814"/>
              <a:gd name="connsiteY0" fmla="*/ 312182 h 351866"/>
              <a:gd name="connsiteX1" fmla="*/ 208768 w 232814"/>
              <a:gd name="connsiteY1" fmla="*/ 312182 h 351866"/>
              <a:gd name="connsiteX2" fmla="*/ 228846 w 232814"/>
              <a:gd name="connsiteY2" fmla="*/ 332024 h 351866"/>
              <a:gd name="connsiteX3" fmla="*/ 208768 w 232814"/>
              <a:gd name="connsiteY3" fmla="*/ 351866 h 351866"/>
              <a:gd name="connsiteX4" fmla="*/ 24048 w 232814"/>
              <a:gd name="connsiteY4" fmla="*/ 351866 h 351866"/>
              <a:gd name="connsiteX5" fmla="*/ 3969 w 232814"/>
              <a:gd name="connsiteY5" fmla="*/ 332024 h 351866"/>
              <a:gd name="connsiteX6" fmla="*/ 24048 w 232814"/>
              <a:gd name="connsiteY6" fmla="*/ 312182 h 351866"/>
              <a:gd name="connsiteX7" fmla="*/ 96337 w 232814"/>
              <a:gd name="connsiteY7" fmla="*/ 0 h 351866"/>
              <a:gd name="connsiteX8" fmla="*/ 97140 w 232814"/>
              <a:gd name="connsiteY8" fmla="*/ 0 h 351866"/>
              <a:gd name="connsiteX9" fmla="*/ 107576 w 232814"/>
              <a:gd name="connsiteY9" fmla="*/ 0 h 351866"/>
              <a:gd name="connsiteX10" fmla="*/ 107576 w 232814"/>
              <a:gd name="connsiteY10" fmla="*/ 47965 h 351866"/>
              <a:gd name="connsiteX11" fmla="*/ 107576 w 232814"/>
              <a:gd name="connsiteY11" fmla="*/ 227035 h 351866"/>
              <a:gd name="connsiteX12" fmla="*/ 116407 w 232814"/>
              <a:gd name="connsiteY12" fmla="*/ 235030 h 351866"/>
              <a:gd name="connsiteX13" fmla="*/ 125238 w 232814"/>
              <a:gd name="connsiteY13" fmla="*/ 227035 h 351866"/>
              <a:gd name="connsiteX14" fmla="*/ 125238 w 232814"/>
              <a:gd name="connsiteY14" fmla="*/ 47965 h 351866"/>
              <a:gd name="connsiteX15" fmla="*/ 125238 w 232814"/>
              <a:gd name="connsiteY15" fmla="*/ 0 h 351866"/>
              <a:gd name="connsiteX16" fmla="*/ 135675 w 232814"/>
              <a:gd name="connsiteY16" fmla="*/ 0 h 351866"/>
              <a:gd name="connsiteX17" fmla="*/ 136477 w 232814"/>
              <a:gd name="connsiteY17" fmla="*/ 0 h 351866"/>
              <a:gd name="connsiteX18" fmla="*/ 157350 w 232814"/>
              <a:gd name="connsiteY18" fmla="*/ 23983 h 351866"/>
              <a:gd name="connsiteX19" fmla="*/ 140491 w 232814"/>
              <a:gd name="connsiteY19" fmla="*/ 47166 h 351866"/>
              <a:gd name="connsiteX20" fmla="*/ 232814 w 232814"/>
              <a:gd name="connsiteY20" fmla="*/ 212646 h 351866"/>
              <a:gd name="connsiteX21" fmla="*/ 211941 w 232814"/>
              <a:gd name="connsiteY21" fmla="*/ 294986 h 351866"/>
              <a:gd name="connsiteX22" fmla="*/ 125238 w 232814"/>
              <a:gd name="connsiteY22" fmla="*/ 294986 h 351866"/>
              <a:gd name="connsiteX23" fmla="*/ 125238 w 232814"/>
              <a:gd name="connsiteY23" fmla="*/ 294187 h 351866"/>
              <a:gd name="connsiteX24" fmla="*/ 107576 w 232814"/>
              <a:gd name="connsiteY24" fmla="*/ 294187 h 351866"/>
              <a:gd name="connsiteX25" fmla="*/ 107576 w 232814"/>
              <a:gd name="connsiteY25" fmla="*/ 294986 h 351866"/>
              <a:gd name="connsiteX26" fmla="*/ 20873 w 232814"/>
              <a:gd name="connsiteY26" fmla="*/ 294986 h 351866"/>
              <a:gd name="connsiteX27" fmla="*/ 0 w 232814"/>
              <a:gd name="connsiteY27" fmla="*/ 212646 h 351866"/>
              <a:gd name="connsiteX28" fmla="*/ 92323 w 232814"/>
              <a:gd name="connsiteY28" fmla="*/ 47166 h 351866"/>
              <a:gd name="connsiteX29" fmla="*/ 75464 w 232814"/>
              <a:gd name="connsiteY29" fmla="*/ 23983 h 351866"/>
              <a:gd name="connsiteX30" fmla="*/ 96337 w 232814"/>
              <a:gd name="connsiteY30" fmla="*/ 0 h 35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32814" h="351866">
                <a:moveTo>
                  <a:pt x="24048" y="312182"/>
                </a:moveTo>
                <a:cubicBezTo>
                  <a:pt x="24048" y="312182"/>
                  <a:pt x="24048" y="312182"/>
                  <a:pt x="208768" y="312182"/>
                </a:cubicBezTo>
                <a:cubicBezTo>
                  <a:pt x="220012" y="312182"/>
                  <a:pt x="228846" y="320913"/>
                  <a:pt x="228846" y="332024"/>
                </a:cubicBezTo>
                <a:cubicBezTo>
                  <a:pt x="228846" y="343136"/>
                  <a:pt x="220012" y="351866"/>
                  <a:pt x="208768" y="351866"/>
                </a:cubicBezTo>
                <a:cubicBezTo>
                  <a:pt x="208768" y="351866"/>
                  <a:pt x="208768" y="351866"/>
                  <a:pt x="24048" y="351866"/>
                </a:cubicBezTo>
                <a:cubicBezTo>
                  <a:pt x="12804" y="351866"/>
                  <a:pt x="3969" y="343136"/>
                  <a:pt x="3969" y="332024"/>
                </a:cubicBezTo>
                <a:cubicBezTo>
                  <a:pt x="3969" y="320913"/>
                  <a:pt x="12804" y="312182"/>
                  <a:pt x="24048" y="312182"/>
                </a:cubicBezTo>
                <a:close/>
                <a:moveTo>
                  <a:pt x="96337" y="0"/>
                </a:moveTo>
                <a:cubicBezTo>
                  <a:pt x="96337" y="0"/>
                  <a:pt x="96337" y="0"/>
                  <a:pt x="97140" y="0"/>
                </a:cubicBezTo>
                <a:cubicBezTo>
                  <a:pt x="97140" y="0"/>
                  <a:pt x="97140" y="0"/>
                  <a:pt x="107576" y="0"/>
                </a:cubicBezTo>
                <a:cubicBezTo>
                  <a:pt x="107576" y="0"/>
                  <a:pt x="107576" y="0"/>
                  <a:pt x="107576" y="47965"/>
                </a:cubicBezTo>
                <a:cubicBezTo>
                  <a:pt x="107576" y="47965"/>
                  <a:pt x="107576" y="47965"/>
                  <a:pt x="107576" y="227035"/>
                </a:cubicBezTo>
                <a:cubicBezTo>
                  <a:pt x="109985" y="231832"/>
                  <a:pt x="113196" y="235030"/>
                  <a:pt x="116407" y="235030"/>
                </a:cubicBezTo>
                <a:cubicBezTo>
                  <a:pt x="119618" y="235030"/>
                  <a:pt x="122830" y="231832"/>
                  <a:pt x="125238" y="227035"/>
                </a:cubicBezTo>
                <a:cubicBezTo>
                  <a:pt x="125238" y="227035"/>
                  <a:pt x="125238" y="227035"/>
                  <a:pt x="125238" y="47965"/>
                </a:cubicBezTo>
                <a:cubicBezTo>
                  <a:pt x="125238" y="47965"/>
                  <a:pt x="125238" y="47965"/>
                  <a:pt x="125238" y="0"/>
                </a:cubicBezTo>
                <a:cubicBezTo>
                  <a:pt x="125238" y="0"/>
                  <a:pt x="125238" y="0"/>
                  <a:pt x="135675" y="0"/>
                </a:cubicBezTo>
                <a:cubicBezTo>
                  <a:pt x="135675" y="0"/>
                  <a:pt x="135675" y="0"/>
                  <a:pt x="136477" y="0"/>
                </a:cubicBezTo>
                <a:cubicBezTo>
                  <a:pt x="147717" y="0"/>
                  <a:pt x="157350" y="10393"/>
                  <a:pt x="157350" y="23983"/>
                </a:cubicBezTo>
                <a:cubicBezTo>
                  <a:pt x="157350" y="35175"/>
                  <a:pt x="150125" y="44768"/>
                  <a:pt x="140491" y="47166"/>
                </a:cubicBezTo>
                <a:cubicBezTo>
                  <a:pt x="159759" y="143096"/>
                  <a:pt x="232814" y="195858"/>
                  <a:pt x="232814" y="212646"/>
                </a:cubicBezTo>
                <a:cubicBezTo>
                  <a:pt x="232814" y="231832"/>
                  <a:pt x="211941" y="294986"/>
                  <a:pt x="211941" y="294986"/>
                </a:cubicBezTo>
                <a:cubicBezTo>
                  <a:pt x="211941" y="294986"/>
                  <a:pt x="211941" y="294986"/>
                  <a:pt x="125238" y="294986"/>
                </a:cubicBezTo>
                <a:cubicBezTo>
                  <a:pt x="125238" y="294986"/>
                  <a:pt x="125238" y="294986"/>
                  <a:pt x="125238" y="294187"/>
                </a:cubicBezTo>
                <a:cubicBezTo>
                  <a:pt x="125238" y="294187"/>
                  <a:pt x="125238" y="294187"/>
                  <a:pt x="107576" y="294187"/>
                </a:cubicBezTo>
                <a:cubicBezTo>
                  <a:pt x="107576" y="294187"/>
                  <a:pt x="107576" y="294187"/>
                  <a:pt x="107576" y="294986"/>
                </a:cubicBezTo>
                <a:cubicBezTo>
                  <a:pt x="107576" y="294986"/>
                  <a:pt x="107576" y="294986"/>
                  <a:pt x="20873" y="294986"/>
                </a:cubicBezTo>
                <a:cubicBezTo>
                  <a:pt x="20873" y="294986"/>
                  <a:pt x="0" y="231832"/>
                  <a:pt x="0" y="212646"/>
                </a:cubicBezTo>
                <a:cubicBezTo>
                  <a:pt x="0" y="195858"/>
                  <a:pt x="73056" y="143096"/>
                  <a:pt x="92323" y="47166"/>
                </a:cubicBezTo>
                <a:cubicBezTo>
                  <a:pt x="82689" y="44768"/>
                  <a:pt x="75464" y="35175"/>
                  <a:pt x="75464" y="23983"/>
                </a:cubicBezTo>
                <a:cubicBezTo>
                  <a:pt x="75464" y="10393"/>
                  <a:pt x="85098" y="0"/>
                  <a:pt x="963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solidFill>
                <a:srgbClr val="286674"/>
              </a:solidFill>
            </a:endParaRPr>
          </a:p>
        </p:txBody>
      </p:sp>
      <p:sp>
        <p:nvSpPr>
          <p:cNvPr id="22" name="任意多边形 21"/>
          <p:cNvSpPr/>
          <p:nvPr/>
        </p:nvSpPr>
        <p:spPr bwMode="auto">
          <a:xfrm>
            <a:off x="1003594" y="2471976"/>
            <a:ext cx="428801" cy="391961"/>
          </a:xfrm>
          <a:custGeom>
            <a:avLst/>
            <a:gdLst>
              <a:gd name="connsiteX0" fmla="*/ 281270 w 384937"/>
              <a:gd name="connsiteY0" fmla="*/ 308214 h 351867"/>
              <a:gd name="connsiteX1" fmla="*/ 372194 w 384937"/>
              <a:gd name="connsiteY1" fmla="*/ 308214 h 351867"/>
              <a:gd name="connsiteX2" fmla="*/ 380967 w 384937"/>
              <a:gd name="connsiteY2" fmla="*/ 317106 h 351867"/>
              <a:gd name="connsiteX3" fmla="*/ 380967 w 384937"/>
              <a:gd name="connsiteY3" fmla="*/ 342975 h 351867"/>
              <a:gd name="connsiteX4" fmla="*/ 372194 w 384937"/>
              <a:gd name="connsiteY4" fmla="*/ 351867 h 351867"/>
              <a:gd name="connsiteX5" fmla="*/ 281270 w 384937"/>
              <a:gd name="connsiteY5" fmla="*/ 351867 h 351867"/>
              <a:gd name="connsiteX6" fmla="*/ 272497 w 384937"/>
              <a:gd name="connsiteY6" fmla="*/ 342975 h 351867"/>
              <a:gd name="connsiteX7" fmla="*/ 272497 w 384937"/>
              <a:gd name="connsiteY7" fmla="*/ 317106 h 351867"/>
              <a:gd name="connsiteX8" fmla="*/ 281270 w 384937"/>
              <a:gd name="connsiteY8" fmla="*/ 308214 h 351867"/>
              <a:gd name="connsiteX9" fmla="*/ 139731 w 384937"/>
              <a:gd name="connsiteY9" fmla="*/ 308214 h 351867"/>
              <a:gd name="connsiteX10" fmla="*/ 230655 w 384937"/>
              <a:gd name="connsiteY10" fmla="*/ 308214 h 351867"/>
              <a:gd name="connsiteX11" fmla="*/ 239428 w 384937"/>
              <a:gd name="connsiteY11" fmla="*/ 317106 h 351867"/>
              <a:gd name="connsiteX12" fmla="*/ 239428 w 384937"/>
              <a:gd name="connsiteY12" fmla="*/ 342975 h 351867"/>
              <a:gd name="connsiteX13" fmla="*/ 230655 w 384937"/>
              <a:gd name="connsiteY13" fmla="*/ 351867 h 351867"/>
              <a:gd name="connsiteX14" fmla="*/ 139731 w 384937"/>
              <a:gd name="connsiteY14" fmla="*/ 351867 h 351867"/>
              <a:gd name="connsiteX15" fmla="*/ 130958 w 384937"/>
              <a:gd name="connsiteY15" fmla="*/ 342975 h 351867"/>
              <a:gd name="connsiteX16" fmla="*/ 130958 w 384937"/>
              <a:gd name="connsiteY16" fmla="*/ 317106 h 351867"/>
              <a:gd name="connsiteX17" fmla="*/ 139731 w 384937"/>
              <a:gd name="connsiteY17" fmla="*/ 308214 h 351867"/>
              <a:gd name="connsiteX18" fmla="*/ 11418 w 384937"/>
              <a:gd name="connsiteY18" fmla="*/ 308214 h 351867"/>
              <a:gd name="connsiteX19" fmla="*/ 102342 w 384937"/>
              <a:gd name="connsiteY19" fmla="*/ 308214 h 351867"/>
              <a:gd name="connsiteX20" fmla="*/ 111115 w 384937"/>
              <a:gd name="connsiteY20" fmla="*/ 317106 h 351867"/>
              <a:gd name="connsiteX21" fmla="*/ 111115 w 384937"/>
              <a:gd name="connsiteY21" fmla="*/ 342975 h 351867"/>
              <a:gd name="connsiteX22" fmla="*/ 102342 w 384937"/>
              <a:gd name="connsiteY22" fmla="*/ 351867 h 351867"/>
              <a:gd name="connsiteX23" fmla="*/ 11418 w 384937"/>
              <a:gd name="connsiteY23" fmla="*/ 351867 h 351867"/>
              <a:gd name="connsiteX24" fmla="*/ 2645 w 384937"/>
              <a:gd name="connsiteY24" fmla="*/ 342975 h 351867"/>
              <a:gd name="connsiteX25" fmla="*/ 2645 w 384937"/>
              <a:gd name="connsiteY25" fmla="*/ 317106 h 351867"/>
              <a:gd name="connsiteX26" fmla="*/ 11418 w 384937"/>
              <a:gd name="connsiteY26" fmla="*/ 308214 h 351867"/>
              <a:gd name="connsiteX27" fmla="*/ 281270 w 384937"/>
              <a:gd name="connsiteY27" fmla="*/ 250010 h 351867"/>
              <a:gd name="connsiteX28" fmla="*/ 372194 w 384937"/>
              <a:gd name="connsiteY28" fmla="*/ 250010 h 351867"/>
              <a:gd name="connsiteX29" fmla="*/ 380967 w 384937"/>
              <a:gd name="connsiteY29" fmla="*/ 259534 h 351867"/>
              <a:gd name="connsiteX30" fmla="*/ 380967 w 384937"/>
              <a:gd name="connsiteY30" fmla="*/ 284932 h 351867"/>
              <a:gd name="connsiteX31" fmla="*/ 372194 w 384937"/>
              <a:gd name="connsiteY31" fmla="*/ 293663 h 351867"/>
              <a:gd name="connsiteX32" fmla="*/ 281270 w 384937"/>
              <a:gd name="connsiteY32" fmla="*/ 293663 h 351867"/>
              <a:gd name="connsiteX33" fmla="*/ 272497 w 384937"/>
              <a:gd name="connsiteY33" fmla="*/ 284932 h 351867"/>
              <a:gd name="connsiteX34" fmla="*/ 272497 w 384937"/>
              <a:gd name="connsiteY34" fmla="*/ 259534 h 351867"/>
              <a:gd name="connsiteX35" fmla="*/ 281270 w 384937"/>
              <a:gd name="connsiteY35" fmla="*/ 250010 h 351867"/>
              <a:gd name="connsiteX36" fmla="*/ 139731 w 384937"/>
              <a:gd name="connsiteY36" fmla="*/ 250010 h 351867"/>
              <a:gd name="connsiteX37" fmla="*/ 230655 w 384937"/>
              <a:gd name="connsiteY37" fmla="*/ 250010 h 351867"/>
              <a:gd name="connsiteX38" fmla="*/ 239428 w 384937"/>
              <a:gd name="connsiteY38" fmla="*/ 259534 h 351867"/>
              <a:gd name="connsiteX39" fmla="*/ 239428 w 384937"/>
              <a:gd name="connsiteY39" fmla="*/ 284932 h 351867"/>
              <a:gd name="connsiteX40" fmla="*/ 230655 w 384937"/>
              <a:gd name="connsiteY40" fmla="*/ 293663 h 351867"/>
              <a:gd name="connsiteX41" fmla="*/ 139731 w 384937"/>
              <a:gd name="connsiteY41" fmla="*/ 293663 h 351867"/>
              <a:gd name="connsiteX42" fmla="*/ 130958 w 384937"/>
              <a:gd name="connsiteY42" fmla="*/ 284932 h 351867"/>
              <a:gd name="connsiteX43" fmla="*/ 130958 w 384937"/>
              <a:gd name="connsiteY43" fmla="*/ 259534 h 351867"/>
              <a:gd name="connsiteX44" fmla="*/ 139731 w 384937"/>
              <a:gd name="connsiteY44" fmla="*/ 250010 h 351867"/>
              <a:gd name="connsiteX45" fmla="*/ 11418 w 384937"/>
              <a:gd name="connsiteY45" fmla="*/ 250010 h 351867"/>
              <a:gd name="connsiteX46" fmla="*/ 102342 w 384937"/>
              <a:gd name="connsiteY46" fmla="*/ 250010 h 351867"/>
              <a:gd name="connsiteX47" fmla="*/ 111115 w 384937"/>
              <a:gd name="connsiteY47" fmla="*/ 259534 h 351867"/>
              <a:gd name="connsiteX48" fmla="*/ 111115 w 384937"/>
              <a:gd name="connsiteY48" fmla="*/ 284932 h 351867"/>
              <a:gd name="connsiteX49" fmla="*/ 102342 w 384937"/>
              <a:gd name="connsiteY49" fmla="*/ 293663 h 351867"/>
              <a:gd name="connsiteX50" fmla="*/ 11418 w 384937"/>
              <a:gd name="connsiteY50" fmla="*/ 293663 h 351867"/>
              <a:gd name="connsiteX51" fmla="*/ 2645 w 384937"/>
              <a:gd name="connsiteY51" fmla="*/ 284932 h 351867"/>
              <a:gd name="connsiteX52" fmla="*/ 2645 w 384937"/>
              <a:gd name="connsiteY52" fmla="*/ 259534 h 351867"/>
              <a:gd name="connsiteX53" fmla="*/ 11418 w 384937"/>
              <a:gd name="connsiteY53" fmla="*/ 250010 h 351867"/>
              <a:gd name="connsiteX54" fmla="*/ 281270 w 384937"/>
              <a:gd name="connsiteY54" fmla="*/ 193129 h 351867"/>
              <a:gd name="connsiteX55" fmla="*/ 372194 w 384937"/>
              <a:gd name="connsiteY55" fmla="*/ 193129 h 351867"/>
              <a:gd name="connsiteX56" fmla="*/ 380967 w 384937"/>
              <a:gd name="connsiteY56" fmla="*/ 201860 h 351867"/>
              <a:gd name="connsiteX57" fmla="*/ 380967 w 384937"/>
              <a:gd name="connsiteY57" fmla="*/ 228051 h 351867"/>
              <a:gd name="connsiteX58" fmla="*/ 372194 w 384937"/>
              <a:gd name="connsiteY58" fmla="*/ 236782 h 351867"/>
              <a:gd name="connsiteX59" fmla="*/ 281270 w 384937"/>
              <a:gd name="connsiteY59" fmla="*/ 236782 h 351867"/>
              <a:gd name="connsiteX60" fmla="*/ 272497 w 384937"/>
              <a:gd name="connsiteY60" fmla="*/ 228051 h 351867"/>
              <a:gd name="connsiteX61" fmla="*/ 272497 w 384937"/>
              <a:gd name="connsiteY61" fmla="*/ 201860 h 351867"/>
              <a:gd name="connsiteX62" fmla="*/ 281270 w 384937"/>
              <a:gd name="connsiteY62" fmla="*/ 193129 h 351867"/>
              <a:gd name="connsiteX63" fmla="*/ 139731 w 384937"/>
              <a:gd name="connsiteY63" fmla="*/ 193129 h 351867"/>
              <a:gd name="connsiteX64" fmla="*/ 230655 w 384937"/>
              <a:gd name="connsiteY64" fmla="*/ 193129 h 351867"/>
              <a:gd name="connsiteX65" fmla="*/ 239428 w 384937"/>
              <a:gd name="connsiteY65" fmla="*/ 201860 h 351867"/>
              <a:gd name="connsiteX66" fmla="*/ 239428 w 384937"/>
              <a:gd name="connsiteY66" fmla="*/ 228051 h 351867"/>
              <a:gd name="connsiteX67" fmla="*/ 230655 w 384937"/>
              <a:gd name="connsiteY67" fmla="*/ 236782 h 351867"/>
              <a:gd name="connsiteX68" fmla="*/ 139731 w 384937"/>
              <a:gd name="connsiteY68" fmla="*/ 236782 h 351867"/>
              <a:gd name="connsiteX69" fmla="*/ 130958 w 384937"/>
              <a:gd name="connsiteY69" fmla="*/ 228051 h 351867"/>
              <a:gd name="connsiteX70" fmla="*/ 130958 w 384937"/>
              <a:gd name="connsiteY70" fmla="*/ 201860 h 351867"/>
              <a:gd name="connsiteX71" fmla="*/ 139731 w 384937"/>
              <a:gd name="connsiteY71" fmla="*/ 193129 h 351867"/>
              <a:gd name="connsiteX72" fmla="*/ 281270 w 384937"/>
              <a:gd name="connsiteY72" fmla="*/ 134926 h 351867"/>
              <a:gd name="connsiteX73" fmla="*/ 372194 w 384937"/>
              <a:gd name="connsiteY73" fmla="*/ 134926 h 351867"/>
              <a:gd name="connsiteX74" fmla="*/ 380967 w 384937"/>
              <a:gd name="connsiteY74" fmla="*/ 143657 h 351867"/>
              <a:gd name="connsiteX75" fmla="*/ 380967 w 384937"/>
              <a:gd name="connsiteY75" fmla="*/ 169848 h 351867"/>
              <a:gd name="connsiteX76" fmla="*/ 372194 w 384937"/>
              <a:gd name="connsiteY76" fmla="*/ 178579 h 351867"/>
              <a:gd name="connsiteX77" fmla="*/ 281270 w 384937"/>
              <a:gd name="connsiteY77" fmla="*/ 178579 h 351867"/>
              <a:gd name="connsiteX78" fmla="*/ 272497 w 384937"/>
              <a:gd name="connsiteY78" fmla="*/ 169848 h 351867"/>
              <a:gd name="connsiteX79" fmla="*/ 272497 w 384937"/>
              <a:gd name="connsiteY79" fmla="*/ 143657 h 351867"/>
              <a:gd name="connsiteX80" fmla="*/ 281270 w 384937"/>
              <a:gd name="connsiteY80" fmla="*/ 134926 h 351867"/>
              <a:gd name="connsiteX81" fmla="*/ 384937 w 384937"/>
              <a:gd name="connsiteY81" fmla="*/ 0 h 351867"/>
              <a:gd name="connsiteX82" fmla="*/ 259270 w 384937"/>
              <a:gd name="connsiteY82" fmla="*/ 117730 h 351867"/>
              <a:gd name="connsiteX83" fmla="*/ 263239 w 384937"/>
              <a:gd name="connsiteY83" fmla="*/ 85982 h 351867"/>
              <a:gd name="connsiteX84" fmla="*/ 13228 w 384937"/>
              <a:gd name="connsiteY84" fmla="*/ 231491 h 351867"/>
              <a:gd name="connsiteX85" fmla="*/ 0 w 384937"/>
              <a:gd name="connsiteY85" fmla="*/ 210326 h 351867"/>
              <a:gd name="connsiteX86" fmla="*/ 248688 w 384937"/>
              <a:gd name="connsiteY86" fmla="*/ 64817 h 351867"/>
              <a:gd name="connsiteX87" fmla="*/ 219586 w 384937"/>
              <a:gd name="connsiteY87" fmla="*/ 51589 h 35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384937" h="351867">
                <a:moveTo>
                  <a:pt x="281270" y="308214"/>
                </a:moveTo>
                <a:cubicBezTo>
                  <a:pt x="281270" y="308214"/>
                  <a:pt x="281270" y="308214"/>
                  <a:pt x="372194" y="308214"/>
                </a:cubicBezTo>
                <a:cubicBezTo>
                  <a:pt x="376979" y="308214"/>
                  <a:pt x="380967" y="312256"/>
                  <a:pt x="380967" y="317106"/>
                </a:cubicBezTo>
                <a:cubicBezTo>
                  <a:pt x="380967" y="317106"/>
                  <a:pt x="380967" y="317106"/>
                  <a:pt x="380967" y="342975"/>
                </a:cubicBezTo>
                <a:cubicBezTo>
                  <a:pt x="380967" y="347825"/>
                  <a:pt x="376979" y="351867"/>
                  <a:pt x="372194" y="351867"/>
                </a:cubicBezTo>
                <a:cubicBezTo>
                  <a:pt x="372194" y="351867"/>
                  <a:pt x="372194" y="351867"/>
                  <a:pt x="281270" y="351867"/>
                </a:cubicBezTo>
                <a:cubicBezTo>
                  <a:pt x="276485" y="351867"/>
                  <a:pt x="272497" y="347825"/>
                  <a:pt x="272497" y="342975"/>
                </a:cubicBezTo>
                <a:cubicBezTo>
                  <a:pt x="272497" y="342975"/>
                  <a:pt x="272497" y="342975"/>
                  <a:pt x="272497" y="317106"/>
                </a:cubicBezTo>
                <a:cubicBezTo>
                  <a:pt x="272497" y="312256"/>
                  <a:pt x="276485" y="308214"/>
                  <a:pt x="281270" y="308214"/>
                </a:cubicBezTo>
                <a:close/>
                <a:moveTo>
                  <a:pt x="139731" y="308214"/>
                </a:moveTo>
                <a:cubicBezTo>
                  <a:pt x="139731" y="308214"/>
                  <a:pt x="139731" y="308214"/>
                  <a:pt x="230655" y="308214"/>
                </a:cubicBezTo>
                <a:cubicBezTo>
                  <a:pt x="235440" y="308214"/>
                  <a:pt x="239428" y="312256"/>
                  <a:pt x="239428" y="317106"/>
                </a:cubicBezTo>
                <a:cubicBezTo>
                  <a:pt x="239428" y="317106"/>
                  <a:pt x="239428" y="317106"/>
                  <a:pt x="239428" y="342975"/>
                </a:cubicBezTo>
                <a:cubicBezTo>
                  <a:pt x="239428" y="347825"/>
                  <a:pt x="235440" y="351867"/>
                  <a:pt x="230655" y="351867"/>
                </a:cubicBezTo>
                <a:cubicBezTo>
                  <a:pt x="230655" y="351867"/>
                  <a:pt x="230655" y="351867"/>
                  <a:pt x="139731" y="351867"/>
                </a:cubicBezTo>
                <a:cubicBezTo>
                  <a:pt x="134946" y="351867"/>
                  <a:pt x="130958" y="347825"/>
                  <a:pt x="130958" y="342975"/>
                </a:cubicBezTo>
                <a:cubicBezTo>
                  <a:pt x="130958" y="342975"/>
                  <a:pt x="130958" y="342975"/>
                  <a:pt x="130958" y="317106"/>
                </a:cubicBezTo>
                <a:cubicBezTo>
                  <a:pt x="130958" y="312256"/>
                  <a:pt x="134946" y="308214"/>
                  <a:pt x="139731" y="308214"/>
                </a:cubicBezTo>
                <a:close/>
                <a:moveTo>
                  <a:pt x="11418" y="308214"/>
                </a:moveTo>
                <a:cubicBezTo>
                  <a:pt x="11418" y="308214"/>
                  <a:pt x="11418" y="308214"/>
                  <a:pt x="102342" y="308214"/>
                </a:cubicBezTo>
                <a:cubicBezTo>
                  <a:pt x="107127" y="308214"/>
                  <a:pt x="111115" y="312256"/>
                  <a:pt x="111115" y="317106"/>
                </a:cubicBezTo>
                <a:cubicBezTo>
                  <a:pt x="111115" y="317106"/>
                  <a:pt x="111115" y="317106"/>
                  <a:pt x="111115" y="342975"/>
                </a:cubicBezTo>
                <a:cubicBezTo>
                  <a:pt x="111115" y="347825"/>
                  <a:pt x="107127" y="351867"/>
                  <a:pt x="102342" y="351867"/>
                </a:cubicBezTo>
                <a:cubicBezTo>
                  <a:pt x="102342" y="351867"/>
                  <a:pt x="102342" y="351867"/>
                  <a:pt x="11418" y="351867"/>
                </a:cubicBezTo>
                <a:cubicBezTo>
                  <a:pt x="6633" y="351867"/>
                  <a:pt x="2645" y="347825"/>
                  <a:pt x="2645" y="342975"/>
                </a:cubicBezTo>
                <a:cubicBezTo>
                  <a:pt x="2645" y="342975"/>
                  <a:pt x="2645" y="342975"/>
                  <a:pt x="2645" y="317106"/>
                </a:cubicBezTo>
                <a:cubicBezTo>
                  <a:pt x="2645" y="312256"/>
                  <a:pt x="6633" y="308214"/>
                  <a:pt x="11418" y="308214"/>
                </a:cubicBezTo>
                <a:close/>
                <a:moveTo>
                  <a:pt x="281270" y="250010"/>
                </a:moveTo>
                <a:cubicBezTo>
                  <a:pt x="281270" y="250010"/>
                  <a:pt x="281270" y="250010"/>
                  <a:pt x="372194" y="250010"/>
                </a:cubicBezTo>
                <a:cubicBezTo>
                  <a:pt x="376979" y="250010"/>
                  <a:pt x="380967" y="253979"/>
                  <a:pt x="380967" y="259534"/>
                </a:cubicBezTo>
                <a:cubicBezTo>
                  <a:pt x="380967" y="259534"/>
                  <a:pt x="380967" y="259534"/>
                  <a:pt x="380967" y="284932"/>
                </a:cubicBezTo>
                <a:cubicBezTo>
                  <a:pt x="380967" y="289695"/>
                  <a:pt x="376979" y="293663"/>
                  <a:pt x="372194" y="293663"/>
                </a:cubicBezTo>
                <a:cubicBezTo>
                  <a:pt x="372194" y="293663"/>
                  <a:pt x="372194" y="293663"/>
                  <a:pt x="281270" y="293663"/>
                </a:cubicBezTo>
                <a:cubicBezTo>
                  <a:pt x="276485" y="293663"/>
                  <a:pt x="272497" y="289695"/>
                  <a:pt x="272497" y="284932"/>
                </a:cubicBezTo>
                <a:cubicBezTo>
                  <a:pt x="272497" y="284932"/>
                  <a:pt x="272497" y="284932"/>
                  <a:pt x="272497" y="259534"/>
                </a:cubicBezTo>
                <a:cubicBezTo>
                  <a:pt x="272497" y="253979"/>
                  <a:pt x="276485" y="250010"/>
                  <a:pt x="281270" y="250010"/>
                </a:cubicBezTo>
                <a:close/>
                <a:moveTo>
                  <a:pt x="139731" y="250010"/>
                </a:moveTo>
                <a:cubicBezTo>
                  <a:pt x="139731" y="250010"/>
                  <a:pt x="139731" y="250010"/>
                  <a:pt x="230655" y="250010"/>
                </a:cubicBezTo>
                <a:cubicBezTo>
                  <a:pt x="235440" y="250010"/>
                  <a:pt x="239428" y="253979"/>
                  <a:pt x="239428" y="259534"/>
                </a:cubicBezTo>
                <a:cubicBezTo>
                  <a:pt x="239428" y="259534"/>
                  <a:pt x="239428" y="259534"/>
                  <a:pt x="239428" y="284932"/>
                </a:cubicBezTo>
                <a:cubicBezTo>
                  <a:pt x="239428" y="289695"/>
                  <a:pt x="235440" y="293663"/>
                  <a:pt x="230655" y="293663"/>
                </a:cubicBezTo>
                <a:cubicBezTo>
                  <a:pt x="230655" y="293663"/>
                  <a:pt x="230655" y="293663"/>
                  <a:pt x="139731" y="293663"/>
                </a:cubicBezTo>
                <a:cubicBezTo>
                  <a:pt x="134946" y="293663"/>
                  <a:pt x="130958" y="289695"/>
                  <a:pt x="130958" y="284932"/>
                </a:cubicBezTo>
                <a:cubicBezTo>
                  <a:pt x="130958" y="284932"/>
                  <a:pt x="130958" y="284932"/>
                  <a:pt x="130958" y="259534"/>
                </a:cubicBezTo>
                <a:cubicBezTo>
                  <a:pt x="130958" y="253979"/>
                  <a:pt x="134946" y="250010"/>
                  <a:pt x="139731" y="250010"/>
                </a:cubicBezTo>
                <a:close/>
                <a:moveTo>
                  <a:pt x="11418" y="250010"/>
                </a:moveTo>
                <a:cubicBezTo>
                  <a:pt x="11418" y="250010"/>
                  <a:pt x="11418" y="250010"/>
                  <a:pt x="102342" y="250010"/>
                </a:cubicBezTo>
                <a:cubicBezTo>
                  <a:pt x="107127" y="250010"/>
                  <a:pt x="111115" y="253979"/>
                  <a:pt x="111115" y="259534"/>
                </a:cubicBezTo>
                <a:cubicBezTo>
                  <a:pt x="111115" y="259534"/>
                  <a:pt x="111115" y="259534"/>
                  <a:pt x="111115" y="284932"/>
                </a:cubicBezTo>
                <a:cubicBezTo>
                  <a:pt x="111115" y="289695"/>
                  <a:pt x="107127" y="293663"/>
                  <a:pt x="102342" y="293663"/>
                </a:cubicBezTo>
                <a:cubicBezTo>
                  <a:pt x="102342" y="293663"/>
                  <a:pt x="102342" y="293663"/>
                  <a:pt x="11418" y="293663"/>
                </a:cubicBezTo>
                <a:cubicBezTo>
                  <a:pt x="6633" y="293663"/>
                  <a:pt x="2645" y="289695"/>
                  <a:pt x="2645" y="284932"/>
                </a:cubicBezTo>
                <a:cubicBezTo>
                  <a:pt x="2645" y="284932"/>
                  <a:pt x="2645" y="284932"/>
                  <a:pt x="2645" y="259534"/>
                </a:cubicBezTo>
                <a:cubicBezTo>
                  <a:pt x="2645" y="253979"/>
                  <a:pt x="6633" y="250010"/>
                  <a:pt x="11418" y="250010"/>
                </a:cubicBezTo>
                <a:close/>
                <a:moveTo>
                  <a:pt x="281270" y="193129"/>
                </a:moveTo>
                <a:cubicBezTo>
                  <a:pt x="281270" y="193129"/>
                  <a:pt x="281270" y="193129"/>
                  <a:pt x="372194" y="193129"/>
                </a:cubicBezTo>
                <a:cubicBezTo>
                  <a:pt x="376979" y="193129"/>
                  <a:pt x="380967" y="197098"/>
                  <a:pt x="380967" y="201860"/>
                </a:cubicBezTo>
                <a:cubicBezTo>
                  <a:pt x="380967" y="201860"/>
                  <a:pt x="380967" y="201860"/>
                  <a:pt x="380967" y="228051"/>
                </a:cubicBezTo>
                <a:cubicBezTo>
                  <a:pt x="380967" y="232814"/>
                  <a:pt x="376979" y="236782"/>
                  <a:pt x="372194" y="236782"/>
                </a:cubicBezTo>
                <a:cubicBezTo>
                  <a:pt x="372194" y="236782"/>
                  <a:pt x="372194" y="236782"/>
                  <a:pt x="281270" y="236782"/>
                </a:cubicBezTo>
                <a:cubicBezTo>
                  <a:pt x="276485" y="236782"/>
                  <a:pt x="272497" y="232814"/>
                  <a:pt x="272497" y="228051"/>
                </a:cubicBezTo>
                <a:cubicBezTo>
                  <a:pt x="272497" y="228051"/>
                  <a:pt x="272497" y="228051"/>
                  <a:pt x="272497" y="201860"/>
                </a:cubicBezTo>
                <a:cubicBezTo>
                  <a:pt x="272497" y="197098"/>
                  <a:pt x="276485" y="193129"/>
                  <a:pt x="281270" y="193129"/>
                </a:cubicBezTo>
                <a:close/>
                <a:moveTo>
                  <a:pt x="139731" y="193129"/>
                </a:moveTo>
                <a:cubicBezTo>
                  <a:pt x="139731" y="193129"/>
                  <a:pt x="139731" y="193129"/>
                  <a:pt x="230655" y="193129"/>
                </a:cubicBezTo>
                <a:cubicBezTo>
                  <a:pt x="235440" y="193129"/>
                  <a:pt x="239428" y="197098"/>
                  <a:pt x="239428" y="201860"/>
                </a:cubicBezTo>
                <a:cubicBezTo>
                  <a:pt x="239428" y="201860"/>
                  <a:pt x="239428" y="201860"/>
                  <a:pt x="239428" y="228051"/>
                </a:cubicBezTo>
                <a:cubicBezTo>
                  <a:pt x="239428" y="232814"/>
                  <a:pt x="235440" y="236782"/>
                  <a:pt x="230655" y="236782"/>
                </a:cubicBezTo>
                <a:cubicBezTo>
                  <a:pt x="230655" y="236782"/>
                  <a:pt x="230655" y="236782"/>
                  <a:pt x="139731" y="236782"/>
                </a:cubicBezTo>
                <a:cubicBezTo>
                  <a:pt x="134946" y="236782"/>
                  <a:pt x="130958" y="232814"/>
                  <a:pt x="130958" y="228051"/>
                </a:cubicBezTo>
                <a:cubicBezTo>
                  <a:pt x="130958" y="228051"/>
                  <a:pt x="130958" y="228051"/>
                  <a:pt x="130958" y="201860"/>
                </a:cubicBezTo>
                <a:cubicBezTo>
                  <a:pt x="130958" y="197098"/>
                  <a:pt x="134946" y="193129"/>
                  <a:pt x="139731" y="193129"/>
                </a:cubicBezTo>
                <a:close/>
                <a:moveTo>
                  <a:pt x="281270" y="134926"/>
                </a:moveTo>
                <a:cubicBezTo>
                  <a:pt x="281270" y="134926"/>
                  <a:pt x="281270" y="134926"/>
                  <a:pt x="372194" y="134926"/>
                </a:cubicBezTo>
                <a:cubicBezTo>
                  <a:pt x="376979" y="134926"/>
                  <a:pt x="380967" y="138895"/>
                  <a:pt x="380967" y="143657"/>
                </a:cubicBezTo>
                <a:cubicBezTo>
                  <a:pt x="380967" y="143657"/>
                  <a:pt x="380967" y="143657"/>
                  <a:pt x="380967" y="169848"/>
                </a:cubicBezTo>
                <a:cubicBezTo>
                  <a:pt x="380967" y="174611"/>
                  <a:pt x="376979" y="178579"/>
                  <a:pt x="372194" y="178579"/>
                </a:cubicBezTo>
                <a:cubicBezTo>
                  <a:pt x="372194" y="178579"/>
                  <a:pt x="372194" y="178579"/>
                  <a:pt x="281270" y="178579"/>
                </a:cubicBezTo>
                <a:cubicBezTo>
                  <a:pt x="276485" y="178579"/>
                  <a:pt x="272497" y="174611"/>
                  <a:pt x="272497" y="169848"/>
                </a:cubicBezTo>
                <a:cubicBezTo>
                  <a:pt x="272497" y="169848"/>
                  <a:pt x="272497" y="169848"/>
                  <a:pt x="272497" y="143657"/>
                </a:cubicBezTo>
                <a:cubicBezTo>
                  <a:pt x="272497" y="138895"/>
                  <a:pt x="276485" y="134926"/>
                  <a:pt x="281270" y="134926"/>
                </a:cubicBezTo>
                <a:close/>
                <a:moveTo>
                  <a:pt x="384937" y="0"/>
                </a:moveTo>
                <a:lnTo>
                  <a:pt x="259270" y="117730"/>
                </a:lnTo>
                <a:lnTo>
                  <a:pt x="263239" y="85982"/>
                </a:lnTo>
                <a:lnTo>
                  <a:pt x="13228" y="231491"/>
                </a:lnTo>
                <a:lnTo>
                  <a:pt x="0" y="210326"/>
                </a:lnTo>
                <a:lnTo>
                  <a:pt x="248688" y="64817"/>
                </a:lnTo>
                <a:lnTo>
                  <a:pt x="219586" y="51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solidFill>
                <a:srgbClr val="28667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7066" y="1478125"/>
            <a:ext cx="5604934" cy="538093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5528396" cy="4936067"/>
          </a:xfrm>
          <a:prstGeom prst="rect">
            <a:avLst/>
          </a:prstGeom>
        </p:spPr>
      </p:pic>
      <p:sp>
        <p:nvSpPr>
          <p:cNvPr id="21" name="文本框 2"/>
          <p:cNvSpPr txBox="1"/>
          <p:nvPr>
            <p:custDataLst>
              <p:tags r:id="rId3"/>
            </p:custDataLst>
          </p:nvPr>
        </p:nvSpPr>
        <p:spPr>
          <a:xfrm>
            <a:off x="797623" y="628141"/>
            <a:ext cx="235210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项目成果展示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2" name="圆角矩形 21"/>
          <p:cNvSpPr/>
          <p:nvPr/>
        </p:nvSpPr>
        <p:spPr>
          <a:xfrm rot="18917253">
            <a:off x="464199" y="751640"/>
            <a:ext cx="276220" cy="276220"/>
          </a:xfrm>
          <a:prstGeom prst="roundRect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66791"/>
              </a:solidFill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4518706" y="1737178"/>
            <a:ext cx="3156469" cy="4046827"/>
          </a:xfrm>
          <a:prstGeom prst="roundRect">
            <a:avLst>
              <a:gd name="adj" fmla="val 6225"/>
            </a:avLst>
          </a:prstGeom>
          <a:solidFill>
            <a:schemeClr val="bg1"/>
          </a:solidFill>
          <a:ln w="12700">
            <a:solidFill>
              <a:srgbClr val="2866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8" name="圆角矩形 27"/>
          <p:cNvSpPr/>
          <p:nvPr/>
        </p:nvSpPr>
        <p:spPr>
          <a:xfrm>
            <a:off x="874713" y="1737178"/>
            <a:ext cx="3156469" cy="4046827"/>
          </a:xfrm>
          <a:prstGeom prst="roundRect">
            <a:avLst>
              <a:gd name="adj" fmla="val 6225"/>
            </a:avLst>
          </a:prstGeom>
          <a:solidFill>
            <a:schemeClr val="bg1"/>
          </a:solidFill>
          <a:ln w="12700">
            <a:solidFill>
              <a:srgbClr val="2866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9" name="圆角矩形 28"/>
          <p:cNvSpPr/>
          <p:nvPr/>
        </p:nvSpPr>
        <p:spPr>
          <a:xfrm>
            <a:off x="8160819" y="1737178"/>
            <a:ext cx="3156469" cy="4046827"/>
          </a:xfrm>
          <a:prstGeom prst="roundRect">
            <a:avLst>
              <a:gd name="adj" fmla="val 6225"/>
            </a:avLst>
          </a:prstGeom>
          <a:solidFill>
            <a:schemeClr val="bg1"/>
          </a:solidFill>
          <a:ln w="12700">
            <a:solidFill>
              <a:srgbClr val="2866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1" name="1"/>
          <p:cNvSpPr txBox="1">
            <a:spLocks noChangeArrowheads="1"/>
          </p:cNvSpPr>
          <p:nvPr/>
        </p:nvSpPr>
        <p:spPr bwMode="auto">
          <a:xfrm>
            <a:off x="5004350" y="4246204"/>
            <a:ext cx="2188073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33" name="1"/>
          <p:cNvSpPr txBox="1">
            <a:spLocks noChangeArrowheads="1"/>
          </p:cNvSpPr>
          <p:nvPr/>
        </p:nvSpPr>
        <p:spPr bwMode="auto">
          <a:xfrm>
            <a:off x="8666316" y="4246204"/>
            <a:ext cx="2188073" cy="108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35" name="1"/>
          <p:cNvSpPr txBox="1">
            <a:spLocks noChangeArrowheads="1"/>
          </p:cNvSpPr>
          <p:nvPr/>
        </p:nvSpPr>
        <p:spPr bwMode="auto">
          <a:xfrm>
            <a:off x="1331827" y="4237117"/>
            <a:ext cx="2188073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1142039" y="2022435"/>
            <a:ext cx="2585221" cy="1779917"/>
          </a:xfrm>
          <a:prstGeom prst="roundRect">
            <a:avLst>
              <a:gd name="adj" fmla="val 6225"/>
            </a:avLst>
          </a:prstGeom>
          <a:blipFill dpi="0" rotWithShape="1">
            <a:blip r:embed="rId4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805062" y="2022435"/>
            <a:ext cx="2585221" cy="1779917"/>
          </a:xfrm>
          <a:prstGeom prst="roundRect">
            <a:avLst>
              <a:gd name="adj" fmla="val 6225"/>
            </a:avLst>
          </a:prstGeom>
          <a:blipFill>
            <a:blip r:embed="rId5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8446443" y="2022435"/>
            <a:ext cx="2585221" cy="1779917"/>
          </a:xfrm>
          <a:prstGeom prst="roundRect">
            <a:avLst>
              <a:gd name="adj" fmla="val 6225"/>
            </a:avLst>
          </a:prstGeom>
          <a:blipFill dpi="0" rotWithShape="1">
            <a:blip r:embed="rId6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702003" y="3663128"/>
            <a:ext cx="1434058" cy="386284"/>
          </a:xfrm>
          <a:prstGeom prst="roundRect">
            <a:avLst>
              <a:gd name="adj" fmla="val 50000"/>
            </a:avLst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1"/>
          <p:cNvSpPr txBox="1">
            <a:spLocks noChangeArrowheads="1"/>
          </p:cNvSpPr>
          <p:nvPr/>
        </p:nvSpPr>
        <p:spPr bwMode="auto">
          <a:xfrm>
            <a:off x="1879602" y="3715231"/>
            <a:ext cx="1078860" cy="301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00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项目展示</a:t>
            </a:r>
            <a:endParaRPr lang="en-US" altLang="zh-CN" sz="2000" dirty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380643" y="3663128"/>
            <a:ext cx="1434058" cy="386284"/>
          </a:xfrm>
          <a:prstGeom prst="roundRect">
            <a:avLst>
              <a:gd name="adj" fmla="val 50000"/>
            </a:avLst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1"/>
          <p:cNvSpPr txBox="1">
            <a:spLocks noChangeArrowheads="1"/>
          </p:cNvSpPr>
          <p:nvPr/>
        </p:nvSpPr>
        <p:spPr bwMode="auto">
          <a:xfrm>
            <a:off x="5558242" y="3715231"/>
            <a:ext cx="1078860" cy="301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00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项目展示</a:t>
            </a:r>
            <a:endParaRPr lang="en-US" altLang="zh-CN" sz="2000" dirty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9024594" y="3620651"/>
            <a:ext cx="1434058" cy="386284"/>
          </a:xfrm>
          <a:prstGeom prst="roundRect">
            <a:avLst>
              <a:gd name="adj" fmla="val 50000"/>
            </a:avLst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1"/>
          <p:cNvSpPr txBox="1">
            <a:spLocks noChangeArrowheads="1"/>
          </p:cNvSpPr>
          <p:nvPr/>
        </p:nvSpPr>
        <p:spPr bwMode="auto">
          <a:xfrm>
            <a:off x="9202193" y="3672753"/>
            <a:ext cx="1078860" cy="301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00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项目展示</a:t>
            </a:r>
            <a:endParaRPr lang="en-US" altLang="zh-CN" sz="2000" dirty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1137" y="5325937"/>
            <a:ext cx="4608975" cy="15363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17"/>
            <a:ext cx="3359187" cy="671837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374" y="0"/>
            <a:ext cx="7681626" cy="6858594"/>
          </a:xfrm>
          <a:prstGeom prst="rect">
            <a:avLst/>
          </a:prstGeom>
        </p:spPr>
      </p:pic>
      <p:sp>
        <p:nvSpPr>
          <p:cNvPr id="15" name="文本框 2"/>
          <p:cNvSpPr txBox="1"/>
          <p:nvPr>
            <p:custDataLst>
              <p:tags r:id="rId4"/>
            </p:custDataLst>
          </p:nvPr>
        </p:nvSpPr>
        <p:spPr>
          <a:xfrm rot="5400000">
            <a:off x="8891561" y="2689590"/>
            <a:ext cx="5651441" cy="144655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lvl="0" algn="dist">
              <a:lnSpc>
                <a:spcPct val="100000"/>
              </a:lnSpc>
              <a:defRPr/>
            </a:pPr>
            <a:r>
              <a:rPr lang="en-US" sz="8800" b="0" noProof="0" dirty="0" smtClean="0">
                <a:ln>
                  <a:solidFill>
                    <a:srgbClr val="286674"/>
                  </a:solidFill>
                </a:ln>
                <a:noFill/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PART.01</a:t>
            </a:r>
            <a:endParaRPr kumimoji="0" lang="en-US" sz="8800" b="0" i="0" u="none" strike="noStrike" kern="1200" cap="none" spc="0" normalizeH="0" baseline="0" noProof="0" dirty="0">
              <a:ln>
                <a:solidFill>
                  <a:srgbClr val="286674"/>
                </a:solidFill>
              </a:ln>
              <a:noFill/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7" name="文本框 2"/>
          <p:cNvSpPr txBox="1"/>
          <p:nvPr>
            <p:custDataLst>
              <p:tags r:id="rId5"/>
            </p:custDataLst>
          </p:nvPr>
        </p:nvSpPr>
        <p:spPr>
          <a:xfrm>
            <a:off x="1068180" y="4501937"/>
            <a:ext cx="1828185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lvl="0" algn="ctr">
              <a:lnSpc>
                <a:spcPct val="100000"/>
              </a:lnSpc>
              <a:defRPr/>
            </a:pPr>
            <a:r>
              <a:rPr lang="zh-CN" altLang="en-US" sz="1800" b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汇报人：稻小壳</a:t>
            </a:r>
            <a:endParaRPr lang="en-US" altLang="zh-CN" sz="1800" b="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8" name="文本框 2"/>
          <p:cNvSpPr txBox="1"/>
          <p:nvPr>
            <p:custDataLst>
              <p:tags r:id="rId6"/>
            </p:custDataLst>
          </p:nvPr>
        </p:nvSpPr>
        <p:spPr>
          <a:xfrm>
            <a:off x="810243" y="3196882"/>
            <a:ext cx="2305490" cy="44057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r>
              <a:rPr lang="en-US" altLang="zh-CN" sz="2000" b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Work Reflection</a:t>
            </a:r>
            <a:endParaRPr lang="en-US" altLang="zh-CN" sz="2000" b="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9" name="1"/>
          <p:cNvSpPr txBox="1">
            <a:spLocks noChangeArrowheads="1"/>
          </p:cNvSpPr>
          <p:nvPr/>
        </p:nvSpPr>
        <p:spPr bwMode="auto">
          <a:xfrm>
            <a:off x="889832" y="3711932"/>
            <a:ext cx="6463870" cy="486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 defTabSz="914400">
              <a:lnSpc>
                <a:spcPct val="150000"/>
              </a:lnSpc>
              <a:defRPr/>
            </a:pPr>
            <a:r>
              <a:rPr lang="zh-CN" altLang="en-US" sz="1100" dirty="0">
                <a:solidFill>
                  <a:srgbClr val="286674">
                    <a:alpha val="50000"/>
                  </a:srgbClr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100" dirty="0">
              <a:solidFill>
                <a:srgbClr val="286674">
                  <a:alpha val="50000"/>
                </a:srgbClr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1" name="文本框 2"/>
          <p:cNvSpPr txBox="1"/>
          <p:nvPr>
            <p:custDataLst>
              <p:tags r:id="rId7"/>
            </p:custDataLst>
          </p:nvPr>
        </p:nvSpPr>
        <p:spPr>
          <a:xfrm>
            <a:off x="760632" y="2262469"/>
            <a:ext cx="4463302" cy="92333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工作不足反思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864193" y="4559367"/>
            <a:ext cx="229143" cy="243031"/>
          </a:xfrm>
          <a:custGeom>
            <a:avLst/>
            <a:gdLst/>
            <a:ahLst/>
            <a:cxnLst/>
            <a:rect l="l" t="t" r="r" b="b"/>
            <a:pathLst>
              <a:path w="229143" h="243031">
                <a:moveTo>
                  <a:pt x="118558" y="0"/>
                </a:moveTo>
                <a:cubicBezTo>
                  <a:pt x="135360" y="0"/>
                  <a:pt x="150576" y="2572"/>
                  <a:pt x="164206" y="7716"/>
                </a:cubicBezTo>
                <a:cubicBezTo>
                  <a:pt x="177836" y="12859"/>
                  <a:pt x="189452" y="20103"/>
                  <a:pt x="199053" y="29447"/>
                </a:cubicBezTo>
                <a:cubicBezTo>
                  <a:pt x="208655" y="38791"/>
                  <a:pt x="216070" y="50107"/>
                  <a:pt x="221299" y="63394"/>
                </a:cubicBezTo>
                <a:cubicBezTo>
                  <a:pt x="226528" y="76681"/>
                  <a:pt x="229143" y="91469"/>
                  <a:pt x="229143" y="107757"/>
                </a:cubicBezTo>
                <a:cubicBezTo>
                  <a:pt x="229143" y="118387"/>
                  <a:pt x="227814" y="128416"/>
                  <a:pt x="225157" y="137846"/>
                </a:cubicBezTo>
                <a:cubicBezTo>
                  <a:pt x="222499" y="147276"/>
                  <a:pt x="218684" y="155505"/>
                  <a:pt x="213712" y="162535"/>
                </a:cubicBezTo>
                <a:cubicBezTo>
                  <a:pt x="208740" y="169564"/>
                  <a:pt x="202740" y="175137"/>
                  <a:pt x="195710" y="179251"/>
                </a:cubicBezTo>
                <a:cubicBezTo>
                  <a:pt x="188681" y="183366"/>
                  <a:pt x="180880" y="185424"/>
                  <a:pt x="172307" y="185424"/>
                </a:cubicBezTo>
                <a:cubicBezTo>
                  <a:pt x="164935" y="185424"/>
                  <a:pt x="158848" y="183752"/>
                  <a:pt x="154048" y="180409"/>
                </a:cubicBezTo>
                <a:cubicBezTo>
                  <a:pt x="149247" y="177065"/>
                  <a:pt x="145561" y="171536"/>
                  <a:pt x="142989" y="163821"/>
                </a:cubicBezTo>
                <a:cubicBezTo>
                  <a:pt x="138532" y="170679"/>
                  <a:pt x="132788" y="176079"/>
                  <a:pt x="125759" y="180023"/>
                </a:cubicBezTo>
                <a:cubicBezTo>
                  <a:pt x="118729" y="183966"/>
                  <a:pt x="110328" y="185938"/>
                  <a:pt x="100555" y="185938"/>
                </a:cubicBezTo>
                <a:cubicBezTo>
                  <a:pt x="95069" y="185938"/>
                  <a:pt x="89754" y="184781"/>
                  <a:pt x="84611" y="182466"/>
                </a:cubicBezTo>
                <a:cubicBezTo>
                  <a:pt x="79467" y="180151"/>
                  <a:pt x="74924" y="176680"/>
                  <a:pt x="70980" y="172050"/>
                </a:cubicBezTo>
                <a:cubicBezTo>
                  <a:pt x="67037" y="167421"/>
                  <a:pt x="63865" y="161549"/>
                  <a:pt x="61465" y="154434"/>
                </a:cubicBezTo>
                <a:cubicBezTo>
                  <a:pt x="59065" y="147319"/>
                  <a:pt x="57864" y="138875"/>
                  <a:pt x="57864" y="129102"/>
                </a:cubicBezTo>
                <a:cubicBezTo>
                  <a:pt x="57864" y="117615"/>
                  <a:pt x="59579" y="107114"/>
                  <a:pt x="63008" y="97598"/>
                </a:cubicBezTo>
                <a:cubicBezTo>
                  <a:pt x="66437" y="88083"/>
                  <a:pt x="71152" y="79896"/>
                  <a:pt x="77152" y="73038"/>
                </a:cubicBezTo>
                <a:cubicBezTo>
                  <a:pt x="83153" y="66180"/>
                  <a:pt x="90226" y="60865"/>
                  <a:pt x="98369" y="57093"/>
                </a:cubicBezTo>
                <a:cubicBezTo>
                  <a:pt x="106513" y="53321"/>
                  <a:pt x="115300" y="51435"/>
                  <a:pt x="124730" y="51435"/>
                </a:cubicBezTo>
                <a:cubicBezTo>
                  <a:pt x="132445" y="51435"/>
                  <a:pt x="139775" y="52678"/>
                  <a:pt x="146718" y="55164"/>
                </a:cubicBezTo>
                <a:cubicBezTo>
                  <a:pt x="153662" y="57650"/>
                  <a:pt x="159534" y="60865"/>
                  <a:pt x="164335" y="64808"/>
                </a:cubicBezTo>
                <a:lnTo>
                  <a:pt x="158163" y="141704"/>
                </a:lnTo>
                <a:cubicBezTo>
                  <a:pt x="157648" y="150105"/>
                  <a:pt x="158806" y="155934"/>
                  <a:pt x="161634" y="159192"/>
                </a:cubicBezTo>
                <a:cubicBezTo>
                  <a:pt x="164463" y="162449"/>
                  <a:pt x="167850" y="164078"/>
                  <a:pt x="171793" y="164078"/>
                </a:cubicBezTo>
                <a:cubicBezTo>
                  <a:pt x="176079" y="164078"/>
                  <a:pt x="180323" y="162792"/>
                  <a:pt x="184523" y="160220"/>
                </a:cubicBezTo>
                <a:cubicBezTo>
                  <a:pt x="188724" y="157649"/>
                  <a:pt x="192495" y="153877"/>
                  <a:pt x="195839" y="148905"/>
                </a:cubicBezTo>
                <a:cubicBezTo>
                  <a:pt x="199182" y="143933"/>
                  <a:pt x="201839" y="137889"/>
                  <a:pt x="203811" y="130774"/>
                </a:cubicBezTo>
                <a:cubicBezTo>
                  <a:pt x="205783" y="123659"/>
                  <a:pt x="206769" y="115558"/>
                  <a:pt x="206769" y="106471"/>
                </a:cubicBezTo>
                <a:cubicBezTo>
                  <a:pt x="206769" y="93783"/>
                  <a:pt x="204711" y="82211"/>
                  <a:pt x="200596" y="71752"/>
                </a:cubicBezTo>
                <a:cubicBezTo>
                  <a:pt x="196482" y="61294"/>
                  <a:pt x="190567" y="52335"/>
                  <a:pt x="182851" y="44877"/>
                </a:cubicBezTo>
                <a:cubicBezTo>
                  <a:pt x="175136" y="37419"/>
                  <a:pt x="165835" y="31633"/>
                  <a:pt x="154948" y="27518"/>
                </a:cubicBezTo>
                <a:cubicBezTo>
                  <a:pt x="144061" y="23403"/>
                  <a:pt x="131845" y="21346"/>
                  <a:pt x="118300" y="21346"/>
                </a:cubicBezTo>
                <a:cubicBezTo>
                  <a:pt x="104070" y="21346"/>
                  <a:pt x="91169" y="23875"/>
                  <a:pt x="79596" y="28933"/>
                </a:cubicBezTo>
                <a:cubicBezTo>
                  <a:pt x="68023" y="33990"/>
                  <a:pt x="58079" y="41063"/>
                  <a:pt x="49763" y="50149"/>
                </a:cubicBezTo>
                <a:cubicBezTo>
                  <a:pt x="41448" y="59236"/>
                  <a:pt x="35019" y="70081"/>
                  <a:pt x="30475" y="82682"/>
                </a:cubicBezTo>
                <a:cubicBezTo>
                  <a:pt x="25932" y="95284"/>
                  <a:pt x="23660" y="109214"/>
                  <a:pt x="23660" y="124473"/>
                </a:cubicBezTo>
                <a:cubicBezTo>
                  <a:pt x="23660" y="138703"/>
                  <a:pt x="25932" y="151691"/>
                  <a:pt x="30475" y="163435"/>
                </a:cubicBezTo>
                <a:cubicBezTo>
                  <a:pt x="35019" y="175179"/>
                  <a:pt x="41534" y="185295"/>
                  <a:pt x="50021" y="193782"/>
                </a:cubicBezTo>
                <a:cubicBezTo>
                  <a:pt x="58507" y="202268"/>
                  <a:pt x="68666" y="208869"/>
                  <a:pt x="80496" y="213584"/>
                </a:cubicBezTo>
                <a:cubicBezTo>
                  <a:pt x="92326" y="218299"/>
                  <a:pt x="105613" y="220656"/>
                  <a:pt x="120358" y="220656"/>
                </a:cubicBezTo>
                <a:cubicBezTo>
                  <a:pt x="134245" y="220656"/>
                  <a:pt x="147104" y="219456"/>
                  <a:pt x="158934" y="217056"/>
                </a:cubicBezTo>
                <a:cubicBezTo>
                  <a:pt x="170764" y="214656"/>
                  <a:pt x="180880" y="211570"/>
                  <a:pt x="189281" y="207798"/>
                </a:cubicBezTo>
                <a:lnTo>
                  <a:pt x="186195" y="230172"/>
                </a:lnTo>
                <a:cubicBezTo>
                  <a:pt x="179337" y="233430"/>
                  <a:pt x="170207" y="236387"/>
                  <a:pt x="158806" y="239044"/>
                </a:cubicBezTo>
                <a:cubicBezTo>
                  <a:pt x="147404" y="241702"/>
                  <a:pt x="134588" y="243031"/>
                  <a:pt x="120358" y="243031"/>
                </a:cubicBezTo>
                <a:cubicBezTo>
                  <a:pt x="102356" y="243031"/>
                  <a:pt x="85939" y="240116"/>
                  <a:pt x="71109" y="234287"/>
                </a:cubicBezTo>
                <a:cubicBezTo>
                  <a:pt x="56278" y="228457"/>
                  <a:pt x="43591" y="220356"/>
                  <a:pt x="33047" y="209984"/>
                </a:cubicBezTo>
                <a:cubicBezTo>
                  <a:pt x="22503" y="199611"/>
                  <a:pt x="14359" y="187181"/>
                  <a:pt x="8615" y="172693"/>
                </a:cubicBezTo>
                <a:cubicBezTo>
                  <a:pt x="2872" y="158206"/>
                  <a:pt x="0" y="142218"/>
                  <a:pt x="0" y="124730"/>
                </a:cubicBezTo>
                <a:cubicBezTo>
                  <a:pt x="0" y="107071"/>
                  <a:pt x="2829" y="90612"/>
                  <a:pt x="8487" y="75353"/>
                </a:cubicBezTo>
                <a:cubicBezTo>
                  <a:pt x="14145" y="60094"/>
                  <a:pt x="22160" y="46892"/>
                  <a:pt x="32533" y="35748"/>
                </a:cubicBezTo>
                <a:cubicBezTo>
                  <a:pt x="42905" y="24603"/>
                  <a:pt x="55378" y="15859"/>
                  <a:pt x="69952" y="9516"/>
                </a:cubicBezTo>
                <a:cubicBezTo>
                  <a:pt x="84525" y="3172"/>
                  <a:pt x="100727" y="0"/>
                  <a:pt x="118558" y="0"/>
                </a:cubicBezTo>
                <a:close/>
                <a:moveTo>
                  <a:pt x="122158" y="74324"/>
                </a:moveTo>
                <a:cubicBezTo>
                  <a:pt x="117186" y="74324"/>
                  <a:pt x="112471" y="75610"/>
                  <a:pt x="108013" y="78182"/>
                </a:cubicBezTo>
                <a:cubicBezTo>
                  <a:pt x="103556" y="80753"/>
                  <a:pt x="99655" y="84397"/>
                  <a:pt x="96312" y="89111"/>
                </a:cubicBezTo>
                <a:cubicBezTo>
                  <a:pt x="92969" y="93826"/>
                  <a:pt x="90268" y="99527"/>
                  <a:pt x="88211" y="106214"/>
                </a:cubicBezTo>
                <a:cubicBezTo>
                  <a:pt x="86154" y="112900"/>
                  <a:pt x="85125" y="120273"/>
                  <a:pt x="85125" y="128331"/>
                </a:cubicBezTo>
                <a:cubicBezTo>
                  <a:pt x="85125" y="135017"/>
                  <a:pt x="85811" y="140589"/>
                  <a:pt x="87182" y="145047"/>
                </a:cubicBezTo>
                <a:cubicBezTo>
                  <a:pt x="88554" y="149505"/>
                  <a:pt x="90268" y="153105"/>
                  <a:pt x="92326" y="155848"/>
                </a:cubicBezTo>
                <a:cubicBezTo>
                  <a:pt x="94383" y="158592"/>
                  <a:pt x="96698" y="160563"/>
                  <a:pt x="99270" y="161763"/>
                </a:cubicBezTo>
                <a:cubicBezTo>
                  <a:pt x="101841" y="162964"/>
                  <a:pt x="104413" y="163564"/>
                  <a:pt x="106985" y="163564"/>
                </a:cubicBezTo>
                <a:cubicBezTo>
                  <a:pt x="111785" y="163564"/>
                  <a:pt x="116586" y="162063"/>
                  <a:pt x="121387" y="159063"/>
                </a:cubicBezTo>
                <a:cubicBezTo>
                  <a:pt x="126187" y="156063"/>
                  <a:pt x="130045" y="151819"/>
                  <a:pt x="132959" y="146333"/>
                </a:cubicBezTo>
                <a:lnTo>
                  <a:pt x="138617" y="78182"/>
                </a:lnTo>
                <a:cubicBezTo>
                  <a:pt x="136560" y="76981"/>
                  <a:pt x="134031" y="76038"/>
                  <a:pt x="131031" y="75353"/>
                </a:cubicBezTo>
                <a:cubicBezTo>
                  <a:pt x="128030" y="74667"/>
                  <a:pt x="125073" y="74324"/>
                  <a:pt x="122158" y="74324"/>
                </a:cubicBezTo>
                <a:close/>
              </a:path>
            </a:pathLst>
          </a:cu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7066" y="1478125"/>
            <a:ext cx="5604934" cy="5380931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5528396" cy="4936067"/>
          </a:xfrm>
          <a:prstGeom prst="rect">
            <a:avLst/>
          </a:prstGeom>
        </p:spPr>
      </p:pic>
      <p:sp>
        <p:nvSpPr>
          <p:cNvPr id="27" name="文本框 2"/>
          <p:cNvSpPr txBox="1"/>
          <p:nvPr>
            <p:custDataLst>
              <p:tags r:id="rId3"/>
            </p:custDataLst>
          </p:nvPr>
        </p:nvSpPr>
        <p:spPr>
          <a:xfrm>
            <a:off x="797623" y="628141"/>
            <a:ext cx="235210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工作不足反思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8" name="圆角矩形 27"/>
          <p:cNvSpPr/>
          <p:nvPr/>
        </p:nvSpPr>
        <p:spPr>
          <a:xfrm rot="18917253">
            <a:off x="464199" y="751640"/>
            <a:ext cx="276220" cy="276220"/>
          </a:xfrm>
          <a:prstGeom prst="roundRect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66791"/>
              </a:solidFill>
            </a:endParaRPr>
          </a:p>
        </p:txBody>
      </p:sp>
      <p:sp>
        <p:nvSpPr>
          <p:cNvPr id="2" name="矩形: 圆角 1"/>
          <p:cNvSpPr/>
          <p:nvPr/>
        </p:nvSpPr>
        <p:spPr>
          <a:xfrm flipH="1">
            <a:off x="893148" y="1488979"/>
            <a:ext cx="4716735" cy="4814854"/>
          </a:xfrm>
          <a:prstGeom prst="roundRect">
            <a:avLst>
              <a:gd name="adj" fmla="val 6000"/>
            </a:avLst>
          </a:prstGeom>
          <a:gradFill>
            <a:gsLst>
              <a:gs pos="0">
                <a:srgbClr val="C0F4F5">
                  <a:alpha val="50000"/>
                </a:srgbClr>
              </a:gs>
              <a:gs pos="100000">
                <a:srgbClr val="C0F4F5">
                  <a:alpha val="0"/>
                </a:srgbClr>
              </a:gs>
            </a:gsLst>
            <a:lin ang="108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4"/>
          <p:cNvSpPr/>
          <p:nvPr/>
        </p:nvSpPr>
        <p:spPr>
          <a:xfrm>
            <a:off x="6784747" y="1488979"/>
            <a:ext cx="4523034" cy="4814854"/>
          </a:xfrm>
          <a:prstGeom prst="roundRect">
            <a:avLst>
              <a:gd name="adj" fmla="val 6000"/>
            </a:avLst>
          </a:prstGeom>
          <a:gradFill>
            <a:gsLst>
              <a:gs pos="0">
                <a:srgbClr val="C0F4F5">
                  <a:alpha val="50000"/>
                </a:srgbClr>
              </a:gs>
              <a:gs pos="100000">
                <a:srgbClr val="C0F4F5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4"/>
          <p:cNvSpPr/>
          <p:nvPr/>
        </p:nvSpPr>
        <p:spPr>
          <a:xfrm>
            <a:off x="604410" y="2956458"/>
            <a:ext cx="550348" cy="1837585"/>
          </a:xfrm>
          <a:prstGeom prst="roundRect">
            <a:avLst>
              <a:gd name="adj" fmla="val 50000"/>
            </a:avLst>
          </a:prstGeom>
          <a:solidFill>
            <a:srgbClr val="28667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汉仪旗黑-45S" panose="00020600040101010101" pitchFamily="18" charset="-122"/>
              <a:ea typeface="汉仪旗黑-45S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8541" y="3136177"/>
            <a:ext cx="492443" cy="137880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不足之处</a:t>
            </a:r>
            <a:endParaRPr lang="zh-CN" altLang="en-US" sz="2000" dirty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630784" y="2426726"/>
            <a:ext cx="2939362" cy="2939360"/>
          </a:xfrm>
          <a:prstGeom prst="ellipse">
            <a:avLst/>
          </a:prstGeom>
          <a:solidFill>
            <a:srgbClr val="286674">
              <a:alpha val="1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汉仪旗黑-45S" panose="00020600040101010101" pitchFamily="18" charset="-122"/>
              <a:ea typeface="汉仪旗黑-45S" panose="00020600040101010101" pitchFamily="18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4845661" y="2641600"/>
            <a:ext cx="2509610" cy="2509614"/>
          </a:xfrm>
          <a:prstGeom prst="ellipse">
            <a:avLst/>
          </a:prstGeom>
          <a:solidFill>
            <a:srgbClr val="28667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>
              <a:latin typeface="汉仪旗黑-45S" panose="00020600040101010101" pitchFamily="18" charset="-122"/>
              <a:ea typeface="汉仪旗黑-45S" panose="00020600040101010101" pitchFamily="18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430487" y="2009901"/>
            <a:ext cx="3013863" cy="1065848"/>
          </a:xfrm>
          <a:prstGeom prst="roundRect">
            <a:avLst>
              <a:gd name="adj" fmla="val 50000"/>
            </a:avLst>
          </a:prstGeom>
          <a:solidFill>
            <a:schemeClr val="bg1">
              <a:alpha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69579" y="2270563"/>
            <a:ext cx="2353191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</a:t>
            </a:r>
            <a:r>
              <a:rPr lang="zh-CN" altLang="en-US" sz="12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炼；</a:t>
            </a:r>
            <a:endParaRPr lang="zh-CN" altLang="en-US" sz="1200" dirty="0" smtClean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1417499" y="3347786"/>
            <a:ext cx="3013863" cy="1065848"/>
          </a:xfrm>
          <a:prstGeom prst="roundRect">
            <a:avLst>
              <a:gd name="adj" fmla="val 50000"/>
            </a:avLst>
          </a:prstGeom>
          <a:solidFill>
            <a:schemeClr val="bg1">
              <a:alpha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56591" y="3608448"/>
            <a:ext cx="2353191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417499" y="4649103"/>
            <a:ext cx="3013863" cy="1065848"/>
          </a:xfrm>
          <a:prstGeom prst="roundRect">
            <a:avLst>
              <a:gd name="adj" fmla="val 50000"/>
            </a:avLst>
          </a:prstGeom>
          <a:solidFill>
            <a:schemeClr val="bg1">
              <a:alpha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756591" y="4909765"/>
            <a:ext cx="2353191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</a:endParaRPr>
          </a:p>
        </p:txBody>
      </p:sp>
      <p:sp>
        <p:nvSpPr>
          <p:cNvPr id="16" name="矩形: 圆角 34"/>
          <p:cNvSpPr/>
          <p:nvPr/>
        </p:nvSpPr>
        <p:spPr>
          <a:xfrm>
            <a:off x="11032606" y="2956458"/>
            <a:ext cx="550348" cy="1837585"/>
          </a:xfrm>
          <a:prstGeom prst="roundRect">
            <a:avLst>
              <a:gd name="adj" fmla="val 50000"/>
            </a:avLst>
          </a:prstGeom>
          <a:solidFill>
            <a:srgbClr val="28667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汉仪旗黑-45S" panose="00020600040101010101" pitchFamily="18" charset="-122"/>
              <a:ea typeface="汉仪旗黑-45S" panose="00020600040101010101" pitchFamily="18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056711" y="3136177"/>
            <a:ext cx="492443" cy="137880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改正措施</a:t>
            </a:r>
            <a:endParaRPr lang="zh-CN" altLang="en-US" sz="2000" dirty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7743570" y="2067653"/>
            <a:ext cx="3013863" cy="1065848"/>
          </a:xfrm>
          <a:prstGeom prst="roundRect">
            <a:avLst>
              <a:gd name="adj" fmla="val 50000"/>
            </a:avLst>
          </a:prstGeom>
          <a:solidFill>
            <a:schemeClr val="bg1">
              <a:alpha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082662" y="2328315"/>
            <a:ext cx="2353191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7730582" y="3405538"/>
            <a:ext cx="3013863" cy="1065848"/>
          </a:xfrm>
          <a:prstGeom prst="roundRect">
            <a:avLst>
              <a:gd name="adj" fmla="val 50000"/>
            </a:avLst>
          </a:prstGeom>
          <a:solidFill>
            <a:schemeClr val="bg1">
              <a:alpha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069674" y="3666200"/>
            <a:ext cx="2353191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7730582" y="4706855"/>
            <a:ext cx="3013863" cy="1065848"/>
          </a:xfrm>
          <a:prstGeom prst="roundRect">
            <a:avLst>
              <a:gd name="adj" fmla="val 50000"/>
            </a:avLst>
          </a:prstGeom>
          <a:solidFill>
            <a:schemeClr val="bg1">
              <a:alpha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069674" y="4967517"/>
            <a:ext cx="2353191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</a:endParaRPr>
          </a:p>
        </p:txBody>
      </p:sp>
      <p:sp>
        <p:nvSpPr>
          <p:cNvPr id="24" name="1"/>
          <p:cNvSpPr txBox="1">
            <a:spLocks noChangeArrowheads="1"/>
          </p:cNvSpPr>
          <p:nvPr/>
        </p:nvSpPr>
        <p:spPr bwMode="auto">
          <a:xfrm>
            <a:off x="5235197" y="3546167"/>
            <a:ext cx="1730535" cy="81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工作经验</a:t>
            </a:r>
            <a:endParaRPr lang="en-US" altLang="zh-CN" sz="2400" noProof="0" dirty="0" smtClean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反思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8599" y="1478125"/>
            <a:ext cx="5604934" cy="5380931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8467" y="0"/>
            <a:ext cx="5528396" cy="4936067"/>
          </a:xfrm>
          <a:prstGeom prst="rect">
            <a:avLst/>
          </a:prstGeom>
        </p:spPr>
      </p:pic>
      <p:sp>
        <p:nvSpPr>
          <p:cNvPr id="25" name="文本框 2"/>
          <p:cNvSpPr txBox="1"/>
          <p:nvPr>
            <p:custDataLst>
              <p:tags r:id="rId3"/>
            </p:custDataLst>
          </p:nvPr>
        </p:nvSpPr>
        <p:spPr>
          <a:xfrm>
            <a:off x="789156" y="628141"/>
            <a:ext cx="235210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工作不足反思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6" name="圆角矩形 25"/>
          <p:cNvSpPr/>
          <p:nvPr/>
        </p:nvSpPr>
        <p:spPr>
          <a:xfrm rot="18917253">
            <a:off x="455732" y="751640"/>
            <a:ext cx="276220" cy="276220"/>
          </a:xfrm>
          <a:prstGeom prst="roundRect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66791"/>
              </a:solidFill>
            </a:endParaRPr>
          </a:p>
        </p:txBody>
      </p:sp>
      <p:sp>
        <p:nvSpPr>
          <p:cNvPr id="5" name="任意多边形 4"/>
          <p:cNvSpPr/>
          <p:nvPr/>
        </p:nvSpPr>
        <p:spPr>
          <a:xfrm rot="10800000">
            <a:off x="1656814" y="1602055"/>
            <a:ext cx="1674855" cy="1849740"/>
          </a:xfrm>
          <a:custGeom>
            <a:avLst/>
            <a:gdLst>
              <a:gd name="connsiteX0" fmla="*/ 1448376 w 1738058"/>
              <a:gd name="connsiteY0" fmla="*/ 1919542 h 1919542"/>
              <a:gd name="connsiteX1" fmla="*/ 289682 w 1738058"/>
              <a:gd name="connsiteY1" fmla="*/ 1919542 h 1919542"/>
              <a:gd name="connsiteX2" fmla="*/ 0 w 1738058"/>
              <a:gd name="connsiteY2" fmla="*/ 1629860 h 1919542"/>
              <a:gd name="connsiteX3" fmla="*/ 0 w 1738058"/>
              <a:gd name="connsiteY3" fmla="*/ 471166 h 1919542"/>
              <a:gd name="connsiteX4" fmla="*/ 289682 w 1738058"/>
              <a:gd name="connsiteY4" fmla="*/ 181484 h 1919542"/>
              <a:gd name="connsiteX5" fmla="*/ 763769 w 1738058"/>
              <a:gd name="connsiteY5" fmla="*/ 181484 h 1919542"/>
              <a:gd name="connsiteX6" fmla="*/ 869030 w 1738058"/>
              <a:gd name="connsiteY6" fmla="*/ 0 h 1919542"/>
              <a:gd name="connsiteX7" fmla="*/ 974291 w 1738058"/>
              <a:gd name="connsiteY7" fmla="*/ 181484 h 1919542"/>
              <a:gd name="connsiteX8" fmla="*/ 1448376 w 1738058"/>
              <a:gd name="connsiteY8" fmla="*/ 181484 h 1919542"/>
              <a:gd name="connsiteX9" fmla="*/ 1738058 w 1738058"/>
              <a:gd name="connsiteY9" fmla="*/ 471166 h 1919542"/>
              <a:gd name="connsiteX10" fmla="*/ 1738058 w 1738058"/>
              <a:gd name="connsiteY10" fmla="*/ 1629860 h 1919542"/>
              <a:gd name="connsiteX11" fmla="*/ 1448376 w 1738058"/>
              <a:gd name="connsiteY11" fmla="*/ 1919542 h 1919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38058" h="1919542">
                <a:moveTo>
                  <a:pt x="1448376" y="1919542"/>
                </a:moveTo>
                <a:lnTo>
                  <a:pt x="289682" y="1919542"/>
                </a:lnTo>
                <a:cubicBezTo>
                  <a:pt x="129695" y="1919542"/>
                  <a:pt x="0" y="1789847"/>
                  <a:pt x="0" y="1629860"/>
                </a:cubicBezTo>
                <a:lnTo>
                  <a:pt x="0" y="471166"/>
                </a:lnTo>
                <a:cubicBezTo>
                  <a:pt x="0" y="311179"/>
                  <a:pt x="129695" y="181484"/>
                  <a:pt x="289682" y="181484"/>
                </a:cubicBezTo>
                <a:lnTo>
                  <a:pt x="763769" y="181484"/>
                </a:lnTo>
                <a:lnTo>
                  <a:pt x="869030" y="0"/>
                </a:lnTo>
                <a:lnTo>
                  <a:pt x="974291" y="181484"/>
                </a:lnTo>
                <a:lnTo>
                  <a:pt x="1448376" y="181484"/>
                </a:lnTo>
                <a:cubicBezTo>
                  <a:pt x="1608363" y="181484"/>
                  <a:pt x="1738058" y="311179"/>
                  <a:pt x="1738058" y="471166"/>
                </a:cubicBezTo>
                <a:lnTo>
                  <a:pt x="1738058" y="1629860"/>
                </a:lnTo>
                <a:cubicBezTo>
                  <a:pt x="1738058" y="1789847"/>
                  <a:pt x="1608363" y="1919542"/>
                  <a:pt x="1448376" y="1919542"/>
                </a:cubicBezTo>
                <a:close/>
              </a:path>
            </a:pathLst>
          </a:cu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10800000">
            <a:off x="4057986" y="1602055"/>
            <a:ext cx="1674855" cy="1849740"/>
          </a:xfrm>
          <a:custGeom>
            <a:avLst/>
            <a:gdLst>
              <a:gd name="connsiteX0" fmla="*/ 1448376 w 1738058"/>
              <a:gd name="connsiteY0" fmla="*/ 1919542 h 1919542"/>
              <a:gd name="connsiteX1" fmla="*/ 289682 w 1738058"/>
              <a:gd name="connsiteY1" fmla="*/ 1919542 h 1919542"/>
              <a:gd name="connsiteX2" fmla="*/ 0 w 1738058"/>
              <a:gd name="connsiteY2" fmla="*/ 1629860 h 1919542"/>
              <a:gd name="connsiteX3" fmla="*/ 0 w 1738058"/>
              <a:gd name="connsiteY3" fmla="*/ 471166 h 1919542"/>
              <a:gd name="connsiteX4" fmla="*/ 289682 w 1738058"/>
              <a:gd name="connsiteY4" fmla="*/ 181484 h 1919542"/>
              <a:gd name="connsiteX5" fmla="*/ 763769 w 1738058"/>
              <a:gd name="connsiteY5" fmla="*/ 181484 h 1919542"/>
              <a:gd name="connsiteX6" fmla="*/ 869030 w 1738058"/>
              <a:gd name="connsiteY6" fmla="*/ 0 h 1919542"/>
              <a:gd name="connsiteX7" fmla="*/ 974291 w 1738058"/>
              <a:gd name="connsiteY7" fmla="*/ 181484 h 1919542"/>
              <a:gd name="connsiteX8" fmla="*/ 1448376 w 1738058"/>
              <a:gd name="connsiteY8" fmla="*/ 181484 h 1919542"/>
              <a:gd name="connsiteX9" fmla="*/ 1738058 w 1738058"/>
              <a:gd name="connsiteY9" fmla="*/ 471166 h 1919542"/>
              <a:gd name="connsiteX10" fmla="*/ 1738058 w 1738058"/>
              <a:gd name="connsiteY10" fmla="*/ 1629860 h 1919542"/>
              <a:gd name="connsiteX11" fmla="*/ 1448376 w 1738058"/>
              <a:gd name="connsiteY11" fmla="*/ 1919542 h 1919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38058" h="1919542">
                <a:moveTo>
                  <a:pt x="1448376" y="1919542"/>
                </a:moveTo>
                <a:lnTo>
                  <a:pt x="289682" y="1919542"/>
                </a:lnTo>
                <a:cubicBezTo>
                  <a:pt x="129695" y="1919542"/>
                  <a:pt x="0" y="1789847"/>
                  <a:pt x="0" y="1629860"/>
                </a:cubicBezTo>
                <a:lnTo>
                  <a:pt x="0" y="471166"/>
                </a:lnTo>
                <a:cubicBezTo>
                  <a:pt x="0" y="311179"/>
                  <a:pt x="129695" y="181484"/>
                  <a:pt x="289682" y="181484"/>
                </a:cubicBezTo>
                <a:lnTo>
                  <a:pt x="763769" y="181484"/>
                </a:lnTo>
                <a:lnTo>
                  <a:pt x="869030" y="0"/>
                </a:lnTo>
                <a:lnTo>
                  <a:pt x="974291" y="181484"/>
                </a:lnTo>
                <a:lnTo>
                  <a:pt x="1448376" y="181484"/>
                </a:lnTo>
                <a:cubicBezTo>
                  <a:pt x="1608363" y="181484"/>
                  <a:pt x="1738058" y="311179"/>
                  <a:pt x="1738058" y="471166"/>
                </a:cubicBezTo>
                <a:lnTo>
                  <a:pt x="1738058" y="1629860"/>
                </a:lnTo>
                <a:cubicBezTo>
                  <a:pt x="1738058" y="1789847"/>
                  <a:pt x="1608363" y="1919542"/>
                  <a:pt x="1448376" y="1919542"/>
                </a:cubicBezTo>
                <a:close/>
              </a:path>
            </a:pathLst>
          </a:cu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 rot="10800000">
            <a:off x="6459158" y="1602055"/>
            <a:ext cx="1674855" cy="1849740"/>
          </a:xfrm>
          <a:custGeom>
            <a:avLst/>
            <a:gdLst>
              <a:gd name="connsiteX0" fmla="*/ 1448376 w 1738058"/>
              <a:gd name="connsiteY0" fmla="*/ 1919542 h 1919542"/>
              <a:gd name="connsiteX1" fmla="*/ 289682 w 1738058"/>
              <a:gd name="connsiteY1" fmla="*/ 1919542 h 1919542"/>
              <a:gd name="connsiteX2" fmla="*/ 0 w 1738058"/>
              <a:gd name="connsiteY2" fmla="*/ 1629860 h 1919542"/>
              <a:gd name="connsiteX3" fmla="*/ 0 w 1738058"/>
              <a:gd name="connsiteY3" fmla="*/ 471166 h 1919542"/>
              <a:gd name="connsiteX4" fmla="*/ 289682 w 1738058"/>
              <a:gd name="connsiteY4" fmla="*/ 181484 h 1919542"/>
              <a:gd name="connsiteX5" fmla="*/ 763769 w 1738058"/>
              <a:gd name="connsiteY5" fmla="*/ 181484 h 1919542"/>
              <a:gd name="connsiteX6" fmla="*/ 869030 w 1738058"/>
              <a:gd name="connsiteY6" fmla="*/ 0 h 1919542"/>
              <a:gd name="connsiteX7" fmla="*/ 974291 w 1738058"/>
              <a:gd name="connsiteY7" fmla="*/ 181484 h 1919542"/>
              <a:gd name="connsiteX8" fmla="*/ 1448376 w 1738058"/>
              <a:gd name="connsiteY8" fmla="*/ 181484 h 1919542"/>
              <a:gd name="connsiteX9" fmla="*/ 1738058 w 1738058"/>
              <a:gd name="connsiteY9" fmla="*/ 471166 h 1919542"/>
              <a:gd name="connsiteX10" fmla="*/ 1738058 w 1738058"/>
              <a:gd name="connsiteY10" fmla="*/ 1629860 h 1919542"/>
              <a:gd name="connsiteX11" fmla="*/ 1448376 w 1738058"/>
              <a:gd name="connsiteY11" fmla="*/ 1919542 h 1919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38058" h="1919542">
                <a:moveTo>
                  <a:pt x="1448376" y="1919542"/>
                </a:moveTo>
                <a:lnTo>
                  <a:pt x="289682" y="1919542"/>
                </a:lnTo>
                <a:cubicBezTo>
                  <a:pt x="129695" y="1919542"/>
                  <a:pt x="0" y="1789847"/>
                  <a:pt x="0" y="1629860"/>
                </a:cubicBezTo>
                <a:lnTo>
                  <a:pt x="0" y="471166"/>
                </a:lnTo>
                <a:cubicBezTo>
                  <a:pt x="0" y="311179"/>
                  <a:pt x="129695" y="181484"/>
                  <a:pt x="289682" y="181484"/>
                </a:cubicBezTo>
                <a:lnTo>
                  <a:pt x="763769" y="181484"/>
                </a:lnTo>
                <a:lnTo>
                  <a:pt x="869030" y="0"/>
                </a:lnTo>
                <a:lnTo>
                  <a:pt x="974291" y="181484"/>
                </a:lnTo>
                <a:lnTo>
                  <a:pt x="1448376" y="181484"/>
                </a:lnTo>
                <a:cubicBezTo>
                  <a:pt x="1608363" y="181484"/>
                  <a:pt x="1738058" y="311179"/>
                  <a:pt x="1738058" y="471166"/>
                </a:cubicBezTo>
                <a:lnTo>
                  <a:pt x="1738058" y="1629860"/>
                </a:lnTo>
                <a:cubicBezTo>
                  <a:pt x="1738058" y="1789847"/>
                  <a:pt x="1608363" y="1919542"/>
                  <a:pt x="1448376" y="1919542"/>
                </a:cubicBezTo>
                <a:close/>
              </a:path>
            </a:pathLst>
          </a:cu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 rot="10800000">
            <a:off x="8860330" y="1602055"/>
            <a:ext cx="1674855" cy="1849740"/>
          </a:xfrm>
          <a:custGeom>
            <a:avLst/>
            <a:gdLst>
              <a:gd name="connsiteX0" fmla="*/ 1448376 w 1738058"/>
              <a:gd name="connsiteY0" fmla="*/ 1919542 h 1919542"/>
              <a:gd name="connsiteX1" fmla="*/ 289682 w 1738058"/>
              <a:gd name="connsiteY1" fmla="*/ 1919542 h 1919542"/>
              <a:gd name="connsiteX2" fmla="*/ 0 w 1738058"/>
              <a:gd name="connsiteY2" fmla="*/ 1629860 h 1919542"/>
              <a:gd name="connsiteX3" fmla="*/ 0 w 1738058"/>
              <a:gd name="connsiteY3" fmla="*/ 471166 h 1919542"/>
              <a:gd name="connsiteX4" fmla="*/ 289682 w 1738058"/>
              <a:gd name="connsiteY4" fmla="*/ 181484 h 1919542"/>
              <a:gd name="connsiteX5" fmla="*/ 763769 w 1738058"/>
              <a:gd name="connsiteY5" fmla="*/ 181484 h 1919542"/>
              <a:gd name="connsiteX6" fmla="*/ 869030 w 1738058"/>
              <a:gd name="connsiteY6" fmla="*/ 0 h 1919542"/>
              <a:gd name="connsiteX7" fmla="*/ 974291 w 1738058"/>
              <a:gd name="connsiteY7" fmla="*/ 181484 h 1919542"/>
              <a:gd name="connsiteX8" fmla="*/ 1448376 w 1738058"/>
              <a:gd name="connsiteY8" fmla="*/ 181484 h 1919542"/>
              <a:gd name="connsiteX9" fmla="*/ 1738058 w 1738058"/>
              <a:gd name="connsiteY9" fmla="*/ 471166 h 1919542"/>
              <a:gd name="connsiteX10" fmla="*/ 1738058 w 1738058"/>
              <a:gd name="connsiteY10" fmla="*/ 1629860 h 1919542"/>
              <a:gd name="connsiteX11" fmla="*/ 1448376 w 1738058"/>
              <a:gd name="connsiteY11" fmla="*/ 1919542 h 1919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38058" h="1919542">
                <a:moveTo>
                  <a:pt x="1448376" y="1919542"/>
                </a:moveTo>
                <a:lnTo>
                  <a:pt x="289682" y="1919542"/>
                </a:lnTo>
                <a:cubicBezTo>
                  <a:pt x="129695" y="1919542"/>
                  <a:pt x="0" y="1789847"/>
                  <a:pt x="0" y="1629860"/>
                </a:cubicBezTo>
                <a:lnTo>
                  <a:pt x="0" y="471166"/>
                </a:lnTo>
                <a:cubicBezTo>
                  <a:pt x="0" y="311179"/>
                  <a:pt x="129695" y="181484"/>
                  <a:pt x="289682" y="181484"/>
                </a:cubicBezTo>
                <a:lnTo>
                  <a:pt x="763769" y="181484"/>
                </a:lnTo>
                <a:lnTo>
                  <a:pt x="869030" y="0"/>
                </a:lnTo>
                <a:lnTo>
                  <a:pt x="974291" y="181484"/>
                </a:lnTo>
                <a:lnTo>
                  <a:pt x="1448376" y="181484"/>
                </a:lnTo>
                <a:cubicBezTo>
                  <a:pt x="1608363" y="181484"/>
                  <a:pt x="1738058" y="311179"/>
                  <a:pt x="1738058" y="471166"/>
                </a:cubicBezTo>
                <a:lnTo>
                  <a:pt x="1738058" y="1629860"/>
                </a:lnTo>
                <a:cubicBezTo>
                  <a:pt x="1738058" y="1789847"/>
                  <a:pt x="1608363" y="1919542"/>
                  <a:pt x="1448376" y="1919542"/>
                </a:cubicBezTo>
                <a:close/>
              </a:path>
            </a:pathLst>
          </a:cu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874713" y="3849665"/>
            <a:ext cx="10442575" cy="2246276"/>
          </a:xfrm>
          <a:prstGeom prst="roundRect">
            <a:avLst/>
          </a:prstGeom>
          <a:gradFill>
            <a:gsLst>
              <a:gs pos="0">
                <a:srgbClr val="C0F4F5">
                  <a:alpha val="50000"/>
                </a:srgbClr>
              </a:gs>
              <a:gs pos="100000">
                <a:srgbClr val="C0F4F5">
                  <a:alpha val="0"/>
                </a:srgbClr>
              </a:gs>
            </a:gsLst>
            <a:lin ang="59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12" name="1"/>
          <p:cNvSpPr txBox="1">
            <a:spLocks noChangeArrowheads="1"/>
          </p:cNvSpPr>
          <p:nvPr/>
        </p:nvSpPr>
        <p:spPr bwMode="auto">
          <a:xfrm>
            <a:off x="4972310" y="4363985"/>
            <a:ext cx="22473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工作总结反思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3" name="1"/>
          <p:cNvSpPr txBox="1">
            <a:spLocks noChangeArrowheads="1"/>
          </p:cNvSpPr>
          <p:nvPr/>
        </p:nvSpPr>
        <p:spPr bwMode="auto">
          <a:xfrm>
            <a:off x="1804343" y="4861557"/>
            <a:ext cx="8583313" cy="530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单击此处输入你的正文，文字是您思想的提炼，为了最终演示发布的良好效果，请尽量言简意赅的阐述观点；根据需要可酌情增减文字，以便观者可以准确理解您所传达的信息</a:t>
            </a:r>
            <a:r>
              <a:rPr lang="zh-CN" altLang="en-US" sz="12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/>
        </p:nvSpPr>
        <p:spPr bwMode="auto">
          <a:xfrm>
            <a:off x="4690676" y="1995248"/>
            <a:ext cx="446448" cy="501076"/>
          </a:xfrm>
          <a:custGeom>
            <a:avLst/>
            <a:gdLst>
              <a:gd name="connsiteX0" fmla="*/ 157154 w 313505"/>
              <a:gd name="connsiteY0" fmla="*/ 215617 h 351866"/>
              <a:gd name="connsiteX1" fmla="*/ 186820 w 313505"/>
              <a:gd name="connsiteY1" fmla="*/ 283343 h 351866"/>
              <a:gd name="connsiteX2" fmla="*/ 189226 w 313505"/>
              <a:gd name="connsiteY2" fmla="*/ 283343 h 351866"/>
              <a:gd name="connsiteX3" fmla="*/ 216487 w 313505"/>
              <a:gd name="connsiteY3" fmla="*/ 233943 h 351866"/>
              <a:gd name="connsiteX4" fmla="*/ 300676 w 313505"/>
              <a:gd name="connsiteY4" fmla="*/ 258643 h 351866"/>
              <a:gd name="connsiteX5" fmla="*/ 313505 w 313505"/>
              <a:gd name="connsiteY5" fmla="*/ 351866 h 351866"/>
              <a:gd name="connsiteX6" fmla="*/ 0 w 313505"/>
              <a:gd name="connsiteY6" fmla="*/ 351866 h 351866"/>
              <a:gd name="connsiteX7" fmla="*/ 13631 w 313505"/>
              <a:gd name="connsiteY7" fmla="*/ 258643 h 351866"/>
              <a:gd name="connsiteX8" fmla="*/ 97820 w 313505"/>
              <a:gd name="connsiteY8" fmla="*/ 233943 h 351866"/>
              <a:gd name="connsiteX9" fmla="*/ 125082 w 313505"/>
              <a:gd name="connsiteY9" fmla="*/ 283343 h 351866"/>
              <a:gd name="connsiteX10" fmla="*/ 126685 w 313505"/>
              <a:gd name="connsiteY10" fmla="*/ 283343 h 351866"/>
              <a:gd name="connsiteX11" fmla="*/ 157154 w 313505"/>
              <a:gd name="connsiteY11" fmla="*/ 215617 h 351866"/>
              <a:gd name="connsiteX12" fmla="*/ 157414 w 313505"/>
              <a:gd name="connsiteY12" fmla="*/ 0 h 351866"/>
              <a:gd name="connsiteX13" fmla="*/ 238105 w 313505"/>
              <a:gd name="connsiteY13" fmla="*/ 74295 h 351866"/>
              <a:gd name="connsiteX14" fmla="*/ 234111 w 313505"/>
              <a:gd name="connsiteY14" fmla="*/ 111043 h 351866"/>
              <a:gd name="connsiteX15" fmla="*/ 223725 w 313505"/>
              <a:gd name="connsiteY15" fmla="*/ 144596 h 351866"/>
              <a:gd name="connsiteX16" fmla="*/ 157414 w 313505"/>
              <a:gd name="connsiteY16" fmla="*/ 203712 h 351866"/>
              <a:gd name="connsiteX17" fmla="*/ 87908 w 313505"/>
              <a:gd name="connsiteY17" fmla="*/ 142998 h 351866"/>
              <a:gd name="connsiteX18" fmla="*/ 78321 w 313505"/>
              <a:gd name="connsiteY18" fmla="*/ 101456 h 351866"/>
              <a:gd name="connsiteX19" fmla="*/ 76723 w 313505"/>
              <a:gd name="connsiteY19" fmla="*/ 74295 h 351866"/>
              <a:gd name="connsiteX20" fmla="*/ 157414 w 313505"/>
              <a:gd name="connsiteY20" fmla="*/ 0 h 35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13505" h="351866">
                <a:moveTo>
                  <a:pt x="157154" y="215617"/>
                </a:moveTo>
                <a:cubicBezTo>
                  <a:pt x="174793" y="215617"/>
                  <a:pt x="161964" y="279359"/>
                  <a:pt x="186820" y="283343"/>
                </a:cubicBezTo>
                <a:cubicBezTo>
                  <a:pt x="187622" y="283343"/>
                  <a:pt x="188424" y="283343"/>
                  <a:pt x="189226" y="283343"/>
                </a:cubicBezTo>
                <a:cubicBezTo>
                  <a:pt x="206064" y="283343"/>
                  <a:pt x="206064" y="253066"/>
                  <a:pt x="216487" y="233943"/>
                </a:cubicBezTo>
                <a:cubicBezTo>
                  <a:pt x="238938" y="245895"/>
                  <a:pt x="284640" y="241911"/>
                  <a:pt x="300676" y="258643"/>
                </a:cubicBezTo>
                <a:cubicBezTo>
                  <a:pt x="309496" y="268204"/>
                  <a:pt x="313505" y="326369"/>
                  <a:pt x="313505" y="351866"/>
                </a:cubicBezTo>
                <a:cubicBezTo>
                  <a:pt x="313505" y="351866"/>
                  <a:pt x="313505" y="351866"/>
                  <a:pt x="0" y="351866"/>
                </a:cubicBezTo>
                <a:cubicBezTo>
                  <a:pt x="0" y="326369"/>
                  <a:pt x="4811" y="268204"/>
                  <a:pt x="13631" y="258643"/>
                </a:cubicBezTo>
                <a:cubicBezTo>
                  <a:pt x="29667" y="241911"/>
                  <a:pt x="75370" y="245895"/>
                  <a:pt x="97820" y="233943"/>
                </a:cubicBezTo>
                <a:cubicBezTo>
                  <a:pt x="108244" y="253066"/>
                  <a:pt x="108244" y="283343"/>
                  <a:pt x="125082" y="283343"/>
                </a:cubicBezTo>
                <a:cubicBezTo>
                  <a:pt x="125883" y="283343"/>
                  <a:pt x="125883" y="283343"/>
                  <a:pt x="126685" y="283343"/>
                </a:cubicBezTo>
                <a:cubicBezTo>
                  <a:pt x="152343" y="279359"/>
                  <a:pt x="139514" y="215617"/>
                  <a:pt x="157154" y="215617"/>
                </a:cubicBezTo>
                <a:close/>
                <a:moveTo>
                  <a:pt x="157414" y="0"/>
                </a:moveTo>
                <a:cubicBezTo>
                  <a:pt x="202154" y="0"/>
                  <a:pt x="238105" y="33553"/>
                  <a:pt x="238105" y="74295"/>
                </a:cubicBezTo>
                <a:cubicBezTo>
                  <a:pt x="238105" y="89473"/>
                  <a:pt x="236507" y="101456"/>
                  <a:pt x="234111" y="111043"/>
                </a:cubicBezTo>
                <a:cubicBezTo>
                  <a:pt x="231714" y="123026"/>
                  <a:pt x="227719" y="135009"/>
                  <a:pt x="223725" y="144596"/>
                </a:cubicBezTo>
                <a:cubicBezTo>
                  <a:pt x="206947" y="182941"/>
                  <a:pt x="178186" y="203712"/>
                  <a:pt x="157414" y="203712"/>
                </a:cubicBezTo>
                <a:cubicBezTo>
                  <a:pt x="136642" y="203712"/>
                  <a:pt x="104685" y="182941"/>
                  <a:pt x="87908" y="142998"/>
                </a:cubicBezTo>
                <a:cubicBezTo>
                  <a:pt x="83115" y="131814"/>
                  <a:pt x="79919" y="115836"/>
                  <a:pt x="78321" y="101456"/>
                </a:cubicBezTo>
                <a:cubicBezTo>
                  <a:pt x="77522" y="94267"/>
                  <a:pt x="76723" y="84680"/>
                  <a:pt x="76723" y="74295"/>
                </a:cubicBezTo>
                <a:cubicBezTo>
                  <a:pt x="76723" y="33553"/>
                  <a:pt x="112675" y="0"/>
                  <a:pt x="15741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任意多边形 15"/>
          <p:cNvSpPr/>
          <p:nvPr/>
        </p:nvSpPr>
        <p:spPr bwMode="auto">
          <a:xfrm>
            <a:off x="9416220" y="2002586"/>
            <a:ext cx="559472" cy="501076"/>
          </a:xfrm>
          <a:custGeom>
            <a:avLst/>
            <a:gdLst>
              <a:gd name="connsiteX0" fmla="*/ 183502 w 392873"/>
              <a:gd name="connsiteY0" fmla="*/ 259270 h 351866"/>
              <a:gd name="connsiteX1" fmla="*/ 209371 w 392873"/>
              <a:gd name="connsiteY1" fmla="*/ 259270 h 351866"/>
              <a:gd name="connsiteX2" fmla="*/ 218263 w 392873"/>
              <a:gd name="connsiteY2" fmla="*/ 267135 h 351866"/>
              <a:gd name="connsiteX3" fmla="*/ 218263 w 392873"/>
              <a:gd name="connsiteY3" fmla="*/ 279720 h 351866"/>
              <a:gd name="connsiteX4" fmla="*/ 209371 w 392873"/>
              <a:gd name="connsiteY4" fmla="*/ 288372 h 351866"/>
              <a:gd name="connsiteX5" fmla="*/ 183502 w 392873"/>
              <a:gd name="connsiteY5" fmla="*/ 288372 h 351866"/>
              <a:gd name="connsiteX6" fmla="*/ 174610 w 392873"/>
              <a:gd name="connsiteY6" fmla="*/ 279720 h 351866"/>
              <a:gd name="connsiteX7" fmla="*/ 174610 w 392873"/>
              <a:gd name="connsiteY7" fmla="*/ 267135 h 351866"/>
              <a:gd name="connsiteX8" fmla="*/ 183502 w 392873"/>
              <a:gd name="connsiteY8" fmla="*/ 259270 h 351866"/>
              <a:gd name="connsiteX9" fmla="*/ 384935 w 392873"/>
              <a:gd name="connsiteY9" fmla="*/ 222231 h 351866"/>
              <a:gd name="connsiteX10" fmla="*/ 384935 w 392873"/>
              <a:gd name="connsiteY10" fmla="*/ 330260 h 351866"/>
              <a:gd name="connsiteX11" fmla="*/ 364153 w 392873"/>
              <a:gd name="connsiteY11" fmla="*/ 351866 h 351866"/>
              <a:gd name="connsiteX12" fmla="*/ 30841 w 392873"/>
              <a:gd name="connsiteY12" fmla="*/ 351866 h 351866"/>
              <a:gd name="connsiteX13" fmla="*/ 9259 w 392873"/>
              <a:gd name="connsiteY13" fmla="*/ 330260 h 351866"/>
              <a:gd name="connsiteX14" fmla="*/ 9259 w 392873"/>
              <a:gd name="connsiteY14" fmla="*/ 223031 h 351866"/>
              <a:gd name="connsiteX15" fmla="*/ 10058 w 392873"/>
              <a:gd name="connsiteY15" fmla="*/ 223031 h 351866"/>
              <a:gd name="connsiteX16" fmla="*/ 10858 w 392873"/>
              <a:gd name="connsiteY16" fmla="*/ 223031 h 351866"/>
              <a:gd name="connsiteX17" fmla="*/ 20449 w 392873"/>
              <a:gd name="connsiteY17" fmla="*/ 227032 h 351866"/>
              <a:gd name="connsiteX18" fmla="*/ 162727 w 392873"/>
              <a:gd name="connsiteY18" fmla="*/ 255840 h 351866"/>
              <a:gd name="connsiteX19" fmla="*/ 162727 w 392873"/>
              <a:gd name="connsiteY19" fmla="*/ 272645 h 351866"/>
              <a:gd name="connsiteX20" fmla="*/ 188305 w 392873"/>
              <a:gd name="connsiteY20" fmla="*/ 299052 h 351866"/>
              <a:gd name="connsiteX21" fmla="*/ 205890 w 392873"/>
              <a:gd name="connsiteY21" fmla="*/ 299052 h 351866"/>
              <a:gd name="connsiteX22" fmla="*/ 232267 w 392873"/>
              <a:gd name="connsiteY22" fmla="*/ 272645 h 351866"/>
              <a:gd name="connsiteX23" fmla="*/ 232267 w 392873"/>
              <a:gd name="connsiteY23" fmla="*/ 255840 h 351866"/>
              <a:gd name="connsiteX24" fmla="*/ 364952 w 392873"/>
              <a:gd name="connsiteY24" fmla="*/ 230233 h 351866"/>
              <a:gd name="connsiteX25" fmla="*/ 371347 w 392873"/>
              <a:gd name="connsiteY25" fmla="*/ 227833 h 351866"/>
              <a:gd name="connsiteX26" fmla="*/ 380139 w 392873"/>
              <a:gd name="connsiteY26" fmla="*/ 224632 h 351866"/>
              <a:gd name="connsiteX27" fmla="*/ 384935 w 392873"/>
              <a:gd name="connsiteY27" fmla="*/ 222231 h 351866"/>
              <a:gd name="connsiteX28" fmla="*/ 183502 w 392873"/>
              <a:gd name="connsiteY28" fmla="*/ 216940 h 351866"/>
              <a:gd name="connsiteX29" fmla="*/ 209371 w 392873"/>
              <a:gd name="connsiteY29" fmla="*/ 216940 h 351866"/>
              <a:gd name="connsiteX30" fmla="*/ 218263 w 392873"/>
              <a:gd name="connsiteY30" fmla="*/ 224957 h 351866"/>
              <a:gd name="connsiteX31" fmla="*/ 218263 w 392873"/>
              <a:gd name="connsiteY31" fmla="*/ 235379 h 351866"/>
              <a:gd name="connsiteX32" fmla="*/ 209371 w 392873"/>
              <a:gd name="connsiteY32" fmla="*/ 243396 h 351866"/>
              <a:gd name="connsiteX33" fmla="*/ 183502 w 392873"/>
              <a:gd name="connsiteY33" fmla="*/ 243396 h 351866"/>
              <a:gd name="connsiteX34" fmla="*/ 174610 w 392873"/>
              <a:gd name="connsiteY34" fmla="*/ 235379 h 351866"/>
              <a:gd name="connsiteX35" fmla="*/ 174610 w 392873"/>
              <a:gd name="connsiteY35" fmla="*/ 224957 h 351866"/>
              <a:gd name="connsiteX36" fmla="*/ 183502 w 392873"/>
              <a:gd name="connsiteY36" fmla="*/ 216940 h 351866"/>
              <a:gd name="connsiteX37" fmla="*/ 20846 w 392873"/>
              <a:gd name="connsiteY37" fmla="*/ 79368 h 351866"/>
              <a:gd name="connsiteX38" fmla="*/ 372027 w 392873"/>
              <a:gd name="connsiteY38" fmla="*/ 79368 h 351866"/>
              <a:gd name="connsiteX39" fmla="*/ 392873 w 392873"/>
              <a:gd name="connsiteY39" fmla="*/ 100004 h 351866"/>
              <a:gd name="connsiteX40" fmla="*/ 392873 w 392873"/>
              <a:gd name="connsiteY40" fmla="*/ 192072 h 351866"/>
              <a:gd name="connsiteX41" fmla="*/ 388864 w 392873"/>
              <a:gd name="connsiteY41" fmla="*/ 198421 h 351866"/>
              <a:gd name="connsiteX42" fmla="*/ 360000 w 392873"/>
              <a:gd name="connsiteY42" fmla="*/ 209533 h 351866"/>
              <a:gd name="connsiteX43" fmla="*/ 230913 w 392873"/>
              <a:gd name="connsiteY43" fmla="*/ 234137 h 351866"/>
              <a:gd name="connsiteX44" fmla="*/ 230913 w 392873"/>
              <a:gd name="connsiteY44" fmla="*/ 221438 h 351866"/>
              <a:gd name="connsiteX45" fmla="*/ 205256 w 392873"/>
              <a:gd name="connsiteY45" fmla="*/ 201596 h 351866"/>
              <a:gd name="connsiteX46" fmla="*/ 187617 w 392873"/>
              <a:gd name="connsiteY46" fmla="*/ 201596 h 351866"/>
              <a:gd name="connsiteX47" fmla="*/ 161960 w 392873"/>
              <a:gd name="connsiteY47" fmla="*/ 218263 h 351866"/>
              <a:gd name="connsiteX48" fmla="*/ 161960 w 392873"/>
              <a:gd name="connsiteY48" fmla="*/ 234137 h 351866"/>
              <a:gd name="connsiteX49" fmla="*/ 14432 w 392873"/>
              <a:gd name="connsiteY49" fmla="*/ 202390 h 351866"/>
              <a:gd name="connsiteX50" fmla="*/ 4811 w 392873"/>
              <a:gd name="connsiteY50" fmla="*/ 198421 h 351866"/>
              <a:gd name="connsiteX51" fmla="*/ 0 w 392873"/>
              <a:gd name="connsiteY51" fmla="*/ 192072 h 351866"/>
              <a:gd name="connsiteX52" fmla="*/ 0 w 392873"/>
              <a:gd name="connsiteY52" fmla="*/ 100004 h 351866"/>
              <a:gd name="connsiteX53" fmla="*/ 20846 w 392873"/>
              <a:gd name="connsiteY53" fmla="*/ 79368 h 351866"/>
              <a:gd name="connsiteX54" fmla="*/ 156324 w 392873"/>
              <a:gd name="connsiteY54" fmla="*/ 0 h 351866"/>
              <a:gd name="connsiteX55" fmla="*/ 237872 w 392873"/>
              <a:gd name="connsiteY55" fmla="*/ 0 h 351866"/>
              <a:gd name="connsiteX56" fmla="*/ 269852 w 392873"/>
              <a:gd name="connsiteY56" fmla="*/ 32297 h 351866"/>
              <a:gd name="connsiteX57" fmla="*/ 269852 w 392873"/>
              <a:gd name="connsiteY57" fmla="*/ 58135 h 351866"/>
              <a:gd name="connsiteX58" fmla="*/ 261857 w 392873"/>
              <a:gd name="connsiteY58" fmla="*/ 62172 h 351866"/>
              <a:gd name="connsiteX59" fmla="*/ 252263 w 392873"/>
              <a:gd name="connsiteY59" fmla="*/ 62172 h 351866"/>
              <a:gd name="connsiteX60" fmla="*/ 243469 w 392873"/>
              <a:gd name="connsiteY60" fmla="*/ 58135 h 351866"/>
              <a:gd name="connsiteX61" fmla="*/ 243469 w 392873"/>
              <a:gd name="connsiteY61" fmla="*/ 32297 h 351866"/>
              <a:gd name="connsiteX62" fmla="*/ 237872 w 392873"/>
              <a:gd name="connsiteY62" fmla="*/ 26645 h 351866"/>
              <a:gd name="connsiteX63" fmla="*/ 156324 w 392873"/>
              <a:gd name="connsiteY63" fmla="*/ 26645 h 351866"/>
              <a:gd name="connsiteX64" fmla="*/ 150727 w 392873"/>
              <a:gd name="connsiteY64" fmla="*/ 32297 h 351866"/>
              <a:gd name="connsiteX65" fmla="*/ 150727 w 392873"/>
              <a:gd name="connsiteY65" fmla="*/ 58135 h 351866"/>
              <a:gd name="connsiteX66" fmla="*/ 141933 w 392873"/>
              <a:gd name="connsiteY66" fmla="*/ 62172 h 351866"/>
              <a:gd name="connsiteX67" fmla="*/ 133139 w 392873"/>
              <a:gd name="connsiteY67" fmla="*/ 62172 h 351866"/>
              <a:gd name="connsiteX68" fmla="*/ 124344 w 392873"/>
              <a:gd name="connsiteY68" fmla="*/ 57327 h 351866"/>
              <a:gd name="connsiteX69" fmla="*/ 124344 w 392873"/>
              <a:gd name="connsiteY69" fmla="*/ 32297 h 351866"/>
              <a:gd name="connsiteX70" fmla="*/ 156324 w 392873"/>
              <a:gd name="connsiteY70" fmla="*/ 0 h 35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392873" h="351866">
                <a:moveTo>
                  <a:pt x="183502" y="259270"/>
                </a:moveTo>
                <a:cubicBezTo>
                  <a:pt x="183502" y="259270"/>
                  <a:pt x="183502" y="259270"/>
                  <a:pt x="209371" y="259270"/>
                </a:cubicBezTo>
                <a:cubicBezTo>
                  <a:pt x="214221" y="259270"/>
                  <a:pt x="218263" y="262416"/>
                  <a:pt x="218263" y="267135"/>
                </a:cubicBezTo>
                <a:cubicBezTo>
                  <a:pt x="218263" y="267135"/>
                  <a:pt x="218263" y="267135"/>
                  <a:pt x="218263" y="279720"/>
                </a:cubicBezTo>
                <a:cubicBezTo>
                  <a:pt x="218263" y="284439"/>
                  <a:pt x="214221" y="288372"/>
                  <a:pt x="209371" y="288372"/>
                </a:cubicBezTo>
                <a:cubicBezTo>
                  <a:pt x="209371" y="288372"/>
                  <a:pt x="209371" y="288372"/>
                  <a:pt x="183502" y="288372"/>
                </a:cubicBezTo>
                <a:cubicBezTo>
                  <a:pt x="178652" y="288372"/>
                  <a:pt x="174610" y="284439"/>
                  <a:pt x="174610" y="279720"/>
                </a:cubicBezTo>
                <a:lnTo>
                  <a:pt x="174610" y="267135"/>
                </a:lnTo>
                <a:cubicBezTo>
                  <a:pt x="174610" y="262416"/>
                  <a:pt x="178652" y="259270"/>
                  <a:pt x="183502" y="259270"/>
                </a:cubicBezTo>
                <a:close/>
                <a:moveTo>
                  <a:pt x="384935" y="222231"/>
                </a:moveTo>
                <a:cubicBezTo>
                  <a:pt x="384935" y="222231"/>
                  <a:pt x="384935" y="222231"/>
                  <a:pt x="384935" y="330260"/>
                </a:cubicBezTo>
                <a:cubicBezTo>
                  <a:pt x="384935" y="342263"/>
                  <a:pt x="375343" y="351866"/>
                  <a:pt x="364153" y="351866"/>
                </a:cubicBezTo>
                <a:cubicBezTo>
                  <a:pt x="364153" y="351866"/>
                  <a:pt x="364153" y="351866"/>
                  <a:pt x="30841" y="351866"/>
                </a:cubicBezTo>
                <a:cubicBezTo>
                  <a:pt x="18851" y="351866"/>
                  <a:pt x="9259" y="342263"/>
                  <a:pt x="9259" y="330260"/>
                </a:cubicBezTo>
                <a:cubicBezTo>
                  <a:pt x="9259" y="330260"/>
                  <a:pt x="9259" y="330260"/>
                  <a:pt x="9259" y="223031"/>
                </a:cubicBezTo>
                <a:cubicBezTo>
                  <a:pt x="10058" y="223031"/>
                  <a:pt x="10058" y="223031"/>
                  <a:pt x="10058" y="223031"/>
                </a:cubicBezTo>
                <a:cubicBezTo>
                  <a:pt x="10058" y="223031"/>
                  <a:pt x="10058" y="223031"/>
                  <a:pt x="10858" y="223031"/>
                </a:cubicBezTo>
                <a:cubicBezTo>
                  <a:pt x="16453" y="225432"/>
                  <a:pt x="18851" y="226232"/>
                  <a:pt x="20449" y="227032"/>
                </a:cubicBezTo>
                <a:cubicBezTo>
                  <a:pt x="64412" y="243037"/>
                  <a:pt x="112370" y="252639"/>
                  <a:pt x="162727" y="255840"/>
                </a:cubicBezTo>
                <a:cubicBezTo>
                  <a:pt x="162727" y="255840"/>
                  <a:pt x="162727" y="255840"/>
                  <a:pt x="162727" y="272645"/>
                </a:cubicBezTo>
                <a:cubicBezTo>
                  <a:pt x="162727" y="287049"/>
                  <a:pt x="173917" y="299052"/>
                  <a:pt x="188305" y="299052"/>
                </a:cubicBezTo>
                <a:cubicBezTo>
                  <a:pt x="188305" y="299052"/>
                  <a:pt x="188305" y="299052"/>
                  <a:pt x="205890" y="299052"/>
                </a:cubicBezTo>
                <a:cubicBezTo>
                  <a:pt x="220277" y="299052"/>
                  <a:pt x="232267" y="287049"/>
                  <a:pt x="232267" y="272645"/>
                </a:cubicBezTo>
                <a:cubicBezTo>
                  <a:pt x="232267" y="272645"/>
                  <a:pt x="232267" y="272645"/>
                  <a:pt x="232267" y="255840"/>
                </a:cubicBezTo>
                <a:cubicBezTo>
                  <a:pt x="278627" y="253439"/>
                  <a:pt x="323388" y="244637"/>
                  <a:pt x="364952" y="230233"/>
                </a:cubicBezTo>
                <a:cubicBezTo>
                  <a:pt x="366551" y="229433"/>
                  <a:pt x="368949" y="228633"/>
                  <a:pt x="371347" y="227833"/>
                </a:cubicBezTo>
                <a:lnTo>
                  <a:pt x="380139" y="224632"/>
                </a:lnTo>
                <a:cubicBezTo>
                  <a:pt x="382537" y="223831"/>
                  <a:pt x="384136" y="223031"/>
                  <a:pt x="384935" y="222231"/>
                </a:cubicBezTo>
                <a:close/>
                <a:moveTo>
                  <a:pt x="183502" y="216940"/>
                </a:moveTo>
                <a:cubicBezTo>
                  <a:pt x="183502" y="216940"/>
                  <a:pt x="183502" y="216940"/>
                  <a:pt x="209371" y="216940"/>
                </a:cubicBezTo>
                <a:cubicBezTo>
                  <a:pt x="214221" y="216940"/>
                  <a:pt x="218263" y="220949"/>
                  <a:pt x="218263" y="224957"/>
                </a:cubicBezTo>
                <a:cubicBezTo>
                  <a:pt x="218263" y="224957"/>
                  <a:pt x="218263" y="224957"/>
                  <a:pt x="218263" y="235379"/>
                </a:cubicBezTo>
                <a:cubicBezTo>
                  <a:pt x="218263" y="239388"/>
                  <a:pt x="214221" y="243396"/>
                  <a:pt x="209371" y="243396"/>
                </a:cubicBezTo>
                <a:cubicBezTo>
                  <a:pt x="209371" y="243396"/>
                  <a:pt x="209371" y="243396"/>
                  <a:pt x="183502" y="243396"/>
                </a:cubicBezTo>
                <a:cubicBezTo>
                  <a:pt x="178652" y="243396"/>
                  <a:pt x="174610" y="239388"/>
                  <a:pt x="174610" y="235379"/>
                </a:cubicBezTo>
                <a:cubicBezTo>
                  <a:pt x="174610" y="235379"/>
                  <a:pt x="174610" y="235379"/>
                  <a:pt x="174610" y="224957"/>
                </a:cubicBezTo>
                <a:cubicBezTo>
                  <a:pt x="174610" y="220949"/>
                  <a:pt x="178652" y="216940"/>
                  <a:pt x="183502" y="216940"/>
                </a:cubicBezTo>
                <a:close/>
                <a:moveTo>
                  <a:pt x="20846" y="79368"/>
                </a:moveTo>
                <a:cubicBezTo>
                  <a:pt x="20846" y="79368"/>
                  <a:pt x="20846" y="79368"/>
                  <a:pt x="372027" y="79368"/>
                </a:cubicBezTo>
                <a:cubicBezTo>
                  <a:pt x="383252" y="79368"/>
                  <a:pt x="392873" y="88099"/>
                  <a:pt x="392873" y="100004"/>
                </a:cubicBezTo>
                <a:cubicBezTo>
                  <a:pt x="392873" y="100004"/>
                  <a:pt x="392873" y="100004"/>
                  <a:pt x="392873" y="192072"/>
                </a:cubicBezTo>
                <a:cubicBezTo>
                  <a:pt x="392873" y="193659"/>
                  <a:pt x="390468" y="196834"/>
                  <a:pt x="388864" y="198421"/>
                </a:cubicBezTo>
                <a:cubicBezTo>
                  <a:pt x="388864" y="198421"/>
                  <a:pt x="372829" y="204771"/>
                  <a:pt x="360000" y="209533"/>
                </a:cubicBezTo>
                <a:cubicBezTo>
                  <a:pt x="319911" y="223025"/>
                  <a:pt x="276615" y="230962"/>
                  <a:pt x="230913" y="234137"/>
                </a:cubicBezTo>
                <a:cubicBezTo>
                  <a:pt x="230913" y="234137"/>
                  <a:pt x="230913" y="234137"/>
                  <a:pt x="230913" y="221438"/>
                </a:cubicBezTo>
                <a:cubicBezTo>
                  <a:pt x="231715" y="209533"/>
                  <a:pt x="217283" y="201596"/>
                  <a:pt x="205256" y="201596"/>
                </a:cubicBezTo>
                <a:cubicBezTo>
                  <a:pt x="205256" y="201596"/>
                  <a:pt x="205256" y="201596"/>
                  <a:pt x="187617" y="201596"/>
                </a:cubicBezTo>
                <a:cubicBezTo>
                  <a:pt x="177194" y="201596"/>
                  <a:pt x="161960" y="208739"/>
                  <a:pt x="161960" y="218263"/>
                </a:cubicBezTo>
                <a:cubicBezTo>
                  <a:pt x="161960" y="218263"/>
                  <a:pt x="161960" y="218263"/>
                  <a:pt x="161960" y="234137"/>
                </a:cubicBezTo>
                <a:cubicBezTo>
                  <a:pt x="109844" y="230962"/>
                  <a:pt x="59332" y="219851"/>
                  <a:pt x="14432" y="202390"/>
                </a:cubicBezTo>
                <a:cubicBezTo>
                  <a:pt x="8018" y="200008"/>
                  <a:pt x="4811" y="198421"/>
                  <a:pt x="4811" y="198421"/>
                </a:cubicBezTo>
                <a:cubicBezTo>
                  <a:pt x="2405" y="197627"/>
                  <a:pt x="0" y="193659"/>
                  <a:pt x="0" y="192072"/>
                </a:cubicBezTo>
                <a:cubicBezTo>
                  <a:pt x="0" y="192072"/>
                  <a:pt x="0" y="192072"/>
                  <a:pt x="0" y="100004"/>
                </a:cubicBezTo>
                <a:cubicBezTo>
                  <a:pt x="0" y="88099"/>
                  <a:pt x="9622" y="79368"/>
                  <a:pt x="20846" y="79368"/>
                </a:cubicBezTo>
                <a:close/>
                <a:moveTo>
                  <a:pt x="156324" y="0"/>
                </a:moveTo>
                <a:cubicBezTo>
                  <a:pt x="156324" y="0"/>
                  <a:pt x="156324" y="0"/>
                  <a:pt x="237872" y="0"/>
                </a:cubicBezTo>
                <a:cubicBezTo>
                  <a:pt x="256261" y="0"/>
                  <a:pt x="269852" y="14534"/>
                  <a:pt x="269852" y="32297"/>
                </a:cubicBezTo>
                <a:cubicBezTo>
                  <a:pt x="269852" y="32297"/>
                  <a:pt x="269852" y="32297"/>
                  <a:pt x="269852" y="58135"/>
                </a:cubicBezTo>
                <a:cubicBezTo>
                  <a:pt x="269852" y="60557"/>
                  <a:pt x="266654" y="62172"/>
                  <a:pt x="261857" y="62172"/>
                </a:cubicBezTo>
                <a:cubicBezTo>
                  <a:pt x="261857" y="62172"/>
                  <a:pt x="261857" y="62172"/>
                  <a:pt x="252263" y="62172"/>
                </a:cubicBezTo>
                <a:cubicBezTo>
                  <a:pt x="247466" y="62172"/>
                  <a:pt x="243469" y="60557"/>
                  <a:pt x="243469" y="58135"/>
                </a:cubicBezTo>
                <a:cubicBezTo>
                  <a:pt x="243469" y="58135"/>
                  <a:pt x="243469" y="58135"/>
                  <a:pt x="243469" y="32297"/>
                </a:cubicBezTo>
                <a:cubicBezTo>
                  <a:pt x="243469" y="29067"/>
                  <a:pt x="241070" y="26645"/>
                  <a:pt x="237872" y="26645"/>
                </a:cubicBezTo>
                <a:cubicBezTo>
                  <a:pt x="237872" y="26645"/>
                  <a:pt x="237872" y="26645"/>
                  <a:pt x="156324" y="26645"/>
                </a:cubicBezTo>
                <a:cubicBezTo>
                  <a:pt x="153126" y="26645"/>
                  <a:pt x="150727" y="29067"/>
                  <a:pt x="150727" y="32297"/>
                </a:cubicBezTo>
                <a:cubicBezTo>
                  <a:pt x="150727" y="32297"/>
                  <a:pt x="150727" y="32297"/>
                  <a:pt x="150727" y="58135"/>
                </a:cubicBezTo>
                <a:cubicBezTo>
                  <a:pt x="150727" y="60557"/>
                  <a:pt x="146730" y="62172"/>
                  <a:pt x="141933" y="62172"/>
                </a:cubicBezTo>
                <a:cubicBezTo>
                  <a:pt x="141933" y="62172"/>
                  <a:pt x="141933" y="62172"/>
                  <a:pt x="133139" y="62172"/>
                </a:cubicBezTo>
                <a:cubicBezTo>
                  <a:pt x="128342" y="62172"/>
                  <a:pt x="124344" y="59750"/>
                  <a:pt x="124344" y="57327"/>
                </a:cubicBezTo>
                <a:cubicBezTo>
                  <a:pt x="124344" y="57327"/>
                  <a:pt x="124344" y="57327"/>
                  <a:pt x="124344" y="32297"/>
                </a:cubicBezTo>
                <a:cubicBezTo>
                  <a:pt x="124344" y="14534"/>
                  <a:pt x="138735" y="0"/>
                  <a:pt x="15632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7" name="任意多边形 16"/>
          <p:cNvSpPr/>
          <p:nvPr/>
        </p:nvSpPr>
        <p:spPr bwMode="auto">
          <a:xfrm>
            <a:off x="2294982" y="1919753"/>
            <a:ext cx="358231" cy="541415"/>
          </a:xfrm>
          <a:custGeom>
            <a:avLst/>
            <a:gdLst>
              <a:gd name="connsiteX0" fmla="*/ 24048 w 232814"/>
              <a:gd name="connsiteY0" fmla="*/ 312182 h 351866"/>
              <a:gd name="connsiteX1" fmla="*/ 208768 w 232814"/>
              <a:gd name="connsiteY1" fmla="*/ 312182 h 351866"/>
              <a:gd name="connsiteX2" fmla="*/ 228846 w 232814"/>
              <a:gd name="connsiteY2" fmla="*/ 332024 h 351866"/>
              <a:gd name="connsiteX3" fmla="*/ 208768 w 232814"/>
              <a:gd name="connsiteY3" fmla="*/ 351866 h 351866"/>
              <a:gd name="connsiteX4" fmla="*/ 24048 w 232814"/>
              <a:gd name="connsiteY4" fmla="*/ 351866 h 351866"/>
              <a:gd name="connsiteX5" fmla="*/ 3969 w 232814"/>
              <a:gd name="connsiteY5" fmla="*/ 332024 h 351866"/>
              <a:gd name="connsiteX6" fmla="*/ 24048 w 232814"/>
              <a:gd name="connsiteY6" fmla="*/ 312182 h 351866"/>
              <a:gd name="connsiteX7" fmla="*/ 96337 w 232814"/>
              <a:gd name="connsiteY7" fmla="*/ 0 h 351866"/>
              <a:gd name="connsiteX8" fmla="*/ 97140 w 232814"/>
              <a:gd name="connsiteY8" fmla="*/ 0 h 351866"/>
              <a:gd name="connsiteX9" fmla="*/ 107576 w 232814"/>
              <a:gd name="connsiteY9" fmla="*/ 0 h 351866"/>
              <a:gd name="connsiteX10" fmla="*/ 107576 w 232814"/>
              <a:gd name="connsiteY10" fmla="*/ 47965 h 351866"/>
              <a:gd name="connsiteX11" fmla="*/ 107576 w 232814"/>
              <a:gd name="connsiteY11" fmla="*/ 227035 h 351866"/>
              <a:gd name="connsiteX12" fmla="*/ 116407 w 232814"/>
              <a:gd name="connsiteY12" fmla="*/ 235030 h 351866"/>
              <a:gd name="connsiteX13" fmla="*/ 125238 w 232814"/>
              <a:gd name="connsiteY13" fmla="*/ 227035 h 351866"/>
              <a:gd name="connsiteX14" fmla="*/ 125238 w 232814"/>
              <a:gd name="connsiteY14" fmla="*/ 47965 h 351866"/>
              <a:gd name="connsiteX15" fmla="*/ 125238 w 232814"/>
              <a:gd name="connsiteY15" fmla="*/ 0 h 351866"/>
              <a:gd name="connsiteX16" fmla="*/ 135675 w 232814"/>
              <a:gd name="connsiteY16" fmla="*/ 0 h 351866"/>
              <a:gd name="connsiteX17" fmla="*/ 136477 w 232814"/>
              <a:gd name="connsiteY17" fmla="*/ 0 h 351866"/>
              <a:gd name="connsiteX18" fmla="*/ 157350 w 232814"/>
              <a:gd name="connsiteY18" fmla="*/ 23983 h 351866"/>
              <a:gd name="connsiteX19" fmla="*/ 140491 w 232814"/>
              <a:gd name="connsiteY19" fmla="*/ 47166 h 351866"/>
              <a:gd name="connsiteX20" fmla="*/ 232814 w 232814"/>
              <a:gd name="connsiteY20" fmla="*/ 212646 h 351866"/>
              <a:gd name="connsiteX21" fmla="*/ 211941 w 232814"/>
              <a:gd name="connsiteY21" fmla="*/ 294986 h 351866"/>
              <a:gd name="connsiteX22" fmla="*/ 125238 w 232814"/>
              <a:gd name="connsiteY22" fmla="*/ 294986 h 351866"/>
              <a:gd name="connsiteX23" fmla="*/ 125238 w 232814"/>
              <a:gd name="connsiteY23" fmla="*/ 294187 h 351866"/>
              <a:gd name="connsiteX24" fmla="*/ 107576 w 232814"/>
              <a:gd name="connsiteY24" fmla="*/ 294187 h 351866"/>
              <a:gd name="connsiteX25" fmla="*/ 107576 w 232814"/>
              <a:gd name="connsiteY25" fmla="*/ 294986 h 351866"/>
              <a:gd name="connsiteX26" fmla="*/ 20873 w 232814"/>
              <a:gd name="connsiteY26" fmla="*/ 294986 h 351866"/>
              <a:gd name="connsiteX27" fmla="*/ 0 w 232814"/>
              <a:gd name="connsiteY27" fmla="*/ 212646 h 351866"/>
              <a:gd name="connsiteX28" fmla="*/ 92323 w 232814"/>
              <a:gd name="connsiteY28" fmla="*/ 47166 h 351866"/>
              <a:gd name="connsiteX29" fmla="*/ 75464 w 232814"/>
              <a:gd name="connsiteY29" fmla="*/ 23983 h 351866"/>
              <a:gd name="connsiteX30" fmla="*/ 96337 w 232814"/>
              <a:gd name="connsiteY30" fmla="*/ 0 h 35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32814" h="351866">
                <a:moveTo>
                  <a:pt x="24048" y="312182"/>
                </a:moveTo>
                <a:cubicBezTo>
                  <a:pt x="24048" y="312182"/>
                  <a:pt x="24048" y="312182"/>
                  <a:pt x="208768" y="312182"/>
                </a:cubicBezTo>
                <a:cubicBezTo>
                  <a:pt x="220012" y="312182"/>
                  <a:pt x="228846" y="320913"/>
                  <a:pt x="228846" y="332024"/>
                </a:cubicBezTo>
                <a:cubicBezTo>
                  <a:pt x="228846" y="343136"/>
                  <a:pt x="220012" y="351866"/>
                  <a:pt x="208768" y="351866"/>
                </a:cubicBezTo>
                <a:cubicBezTo>
                  <a:pt x="208768" y="351866"/>
                  <a:pt x="208768" y="351866"/>
                  <a:pt x="24048" y="351866"/>
                </a:cubicBezTo>
                <a:cubicBezTo>
                  <a:pt x="12804" y="351866"/>
                  <a:pt x="3969" y="343136"/>
                  <a:pt x="3969" y="332024"/>
                </a:cubicBezTo>
                <a:cubicBezTo>
                  <a:pt x="3969" y="320913"/>
                  <a:pt x="12804" y="312182"/>
                  <a:pt x="24048" y="312182"/>
                </a:cubicBezTo>
                <a:close/>
                <a:moveTo>
                  <a:pt x="96337" y="0"/>
                </a:moveTo>
                <a:cubicBezTo>
                  <a:pt x="96337" y="0"/>
                  <a:pt x="96337" y="0"/>
                  <a:pt x="97140" y="0"/>
                </a:cubicBezTo>
                <a:cubicBezTo>
                  <a:pt x="97140" y="0"/>
                  <a:pt x="97140" y="0"/>
                  <a:pt x="107576" y="0"/>
                </a:cubicBezTo>
                <a:cubicBezTo>
                  <a:pt x="107576" y="0"/>
                  <a:pt x="107576" y="0"/>
                  <a:pt x="107576" y="47965"/>
                </a:cubicBezTo>
                <a:cubicBezTo>
                  <a:pt x="107576" y="47965"/>
                  <a:pt x="107576" y="47965"/>
                  <a:pt x="107576" y="227035"/>
                </a:cubicBezTo>
                <a:cubicBezTo>
                  <a:pt x="109985" y="231832"/>
                  <a:pt x="113196" y="235030"/>
                  <a:pt x="116407" y="235030"/>
                </a:cubicBezTo>
                <a:cubicBezTo>
                  <a:pt x="119618" y="235030"/>
                  <a:pt x="122830" y="231832"/>
                  <a:pt x="125238" y="227035"/>
                </a:cubicBezTo>
                <a:cubicBezTo>
                  <a:pt x="125238" y="227035"/>
                  <a:pt x="125238" y="227035"/>
                  <a:pt x="125238" y="47965"/>
                </a:cubicBezTo>
                <a:cubicBezTo>
                  <a:pt x="125238" y="47965"/>
                  <a:pt x="125238" y="47965"/>
                  <a:pt x="125238" y="0"/>
                </a:cubicBezTo>
                <a:cubicBezTo>
                  <a:pt x="125238" y="0"/>
                  <a:pt x="125238" y="0"/>
                  <a:pt x="135675" y="0"/>
                </a:cubicBezTo>
                <a:cubicBezTo>
                  <a:pt x="135675" y="0"/>
                  <a:pt x="135675" y="0"/>
                  <a:pt x="136477" y="0"/>
                </a:cubicBezTo>
                <a:cubicBezTo>
                  <a:pt x="147717" y="0"/>
                  <a:pt x="157350" y="10393"/>
                  <a:pt x="157350" y="23983"/>
                </a:cubicBezTo>
                <a:cubicBezTo>
                  <a:pt x="157350" y="35175"/>
                  <a:pt x="150125" y="44768"/>
                  <a:pt x="140491" y="47166"/>
                </a:cubicBezTo>
                <a:cubicBezTo>
                  <a:pt x="159759" y="143096"/>
                  <a:pt x="232814" y="195858"/>
                  <a:pt x="232814" y="212646"/>
                </a:cubicBezTo>
                <a:cubicBezTo>
                  <a:pt x="232814" y="231832"/>
                  <a:pt x="211941" y="294986"/>
                  <a:pt x="211941" y="294986"/>
                </a:cubicBezTo>
                <a:cubicBezTo>
                  <a:pt x="211941" y="294986"/>
                  <a:pt x="211941" y="294986"/>
                  <a:pt x="125238" y="294986"/>
                </a:cubicBezTo>
                <a:cubicBezTo>
                  <a:pt x="125238" y="294986"/>
                  <a:pt x="125238" y="294986"/>
                  <a:pt x="125238" y="294187"/>
                </a:cubicBezTo>
                <a:cubicBezTo>
                  <a:pt x="125238" y="294187"/>
                  <a:pt x="125238" y="294187"/>
                  <a:pt x="107576" y="294187"/>
                </a:cubicBezTo>
                <a:cubicBezTo>
                  <a:pt x="107576" y="294187"/>
                  <a:pt x="107576" y="294187"/>
                  <a:pt x="107576" y="294986"/>
                </a:cubicBezTo>
                <a:cubicBezTo>
                  <a:pt x="107576" y="294986"/>
                  <a:pt x="107576" y="294986"/>
                  <a:pt x="20873" y="294986"/>
                </a:cubicBezTo>
                <a:cubicBezTo>
                  <a:pt x="20873" y="294986"/>
                  <a:pt x="0" y="231832"/>
                  <a:pt x="0" y="212646"/>
                </a:cubicBezTo>
                <a:cubicBezTo>
                  <a:pt x="0" y="195858"/>
                  <a:pt x="73056" y="143096"/>
                  <a:pt x="92323" y="47166"/>
                </a:cubicBezTo>
                <a:cubicBezTo>
                  <a:pt x="82689" y="44768"/>
                  <a:pt x="75464" y="35175"/>
                  <a:pt x="75464" y="23983"/>
                </a:cubicBezTo>
                <a:cubicBezTo>
                  <a:pt x="75464" y="10393"/>
                  <a:pt x="85098" y="0"/>
                  <a:pt x="963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8" name="任意多边形 17"/>
          <p:cNvSpPr/>
          <p:nvPr/>
        </p:nvSpPr>
        <p:spPr bwMode="auto">
          <a:xfrm>
            <a:off x="7001515" y="1911259"/>
            <a:ext cx="547185" cy="500174"/>
          </a:xfrm>
          <a:custGeom>
            <a:avLst/>
            <a:gdLst>
              <a:gd name="connsiteX0" fmla="*/ 281270 w 384937"/>
              <a:gd name="connsiteY0" fmla="*/ 308214 h 351867"/>
              <a:gd name="connsiteX1" fmla="*/ 372194 w 384937"/>
              <a:gd name="connsiteY1" fmla="*/ 308214 h 351867"/>
              <a:gd name="connsiteX2" fmla="*/ 380967 w 384937"/>
              <a:gd name="connsiteY2" fmla="*/ 317106 h 351867"/>
              <a:gd name="connsiteX3" fmla="*/ 380967 w 384937"/>
              <a:gd name="connsiteY3" fmla="*/ 342975 h 351867"/>
              <a:gd name="connsiteX4" fmla="*/ 372194 w 384937"/>
              <a:gd name="connsiteY4" fmla="*/ 351867 h 351867"/>
              <a:gd name="connsiteX5" fmla="*/ 281270 w 384937"/>
              <a:gd name="connsiteY5" fmla="*/ 351867 h 351867"/>
              <a:gd name="connsiteX6" fmla="*/ 272497 w 384937"/>
              <a:gd name="connsiteY6" fmla="*/ 342975 h 351867"/>
              <a:gd name="connsiteX7" fmla="*/ 272497 w 384937"/>
              <a:gd name="connsiteY7" fmla="*/ 317106 h 351867"/>
              <a:gd name="connsiteX8" fmla="*/ 281270 w 384937"/>
              <a:gd name="connsiteY8" fmla="*/ 308214 h 351867"/>
              <a:gd name="connsiteX9" fmla="*/ 139731 w 384937"/>
              <a:gd name="connsiteY9" fmla="*/ 308214 h 351867"/>
              <a:gd name="connsiteX10" fmla="*/ 230655 w 384937"/>
              <a:gd name="connsiteY10" fmla="*/ 308214 h 351867"/>
              <a:gd name="connsiteX11" fmla="*/ 239428 w 384937"/>
              <a:gd name="connsiteY11" fmla="*/ 317106 h 351867"/>
              <a:gd name="connsiteX12" fmla="*/ 239428 w 384937"/>
              <a:gd name="connsiteY12" fmla="*/ 342975 h 351867"/>
              <a:gd name="connsiteX13" fmla="*/ 230655 w 384937"/>
              <a:gd name="connsiteY13" fmla="*/ 351867 h 351867"/>
              <a:gd name="connsiteX14" fmla="*/ 139731 w 384937"/>
              <a:gd name="connsiteY14" fmla="*/ 351867 h 351867"/>
              <a:gd name="connsiteX15" fmla="*/ 130958 w 384937"/>
              <a:gd name="connsiteY15" fmla="*/ 342975 h 351867"/>
              <a:gd name="connsiteX16" fmla="*/ 130958 w 384937"/>
              <a:gd name="connsiteY16" fmla="*/ 317106 h 351867"/>
              <a:gd name="connsiteX17" fmla="*/ 139731 w 384937"/>
              <a:gd name="connsiteY17" fmla="*/ 308214 h 351867"/>
              <a:gd name="connsiteX18" fmla="*/ 11418 w 384937"/>
              <a:gd name="connsiteY18" fmla="*/ 308214 h 351867"/>
              <a:gd name="connsiteX19" fmla="*/ 102342 w 384937"/>
              <a:gd name="connsiteY19" fmla="*/ 308214 h 351867"/>
              <a:gd name="connsiteX20" fmla="*/ 111115 w 384937"/>
              <a:gd name="connsiteY20" fmla="*/ 317106 h 351867"/>
              <a:gd name="connsiteX21" fmla="*/ 111115 w 384937"/>
              <a:gd name="connsiteY21" fmla="*/ 342975 h 351867"/>
              <a:gd name="connsiteX22" fmla="*/ 102342 w 384937"/>
              <a:gd name="connsiteY22" fmla="*/ 351867 h 351867"/>
              <a:gd name="connsiteX23" fmla="*/ 11418 w 384937"/>
              <a:gd name="connsiteY23" fmla="*/ 351867 h 351867"/>
              <a:gd name="connsiteX24" fmla="*/ 2645 w 384937"/>
              <a:gd name="connsiteY24" fmla="*/ 342975 h 351867"/>
              <a:gd name="connsiteX25" fmla="*/ 2645 w 384937"/>
              <a:gd name="connsiteY25" fmla="*/ 317106 h 351867"/>
              <a:gd name="connsiteX26" fmla="*/ 11418 w 384937"/>
              <a:gd name="connsiteY26" fmla="*/ 308214 h 351867"/>
              <a:gd name="connsiteX27" fmla="*/ 281270 w 384937"/>
              <a:gd name="connsiteY27" fmla="*/ 250010 h 351867"/>
              <a:gd name="connsiteX28" fmla="*/ 372194 w 384937"/>
              <a:gd name="connsiteY28" fmla="*/ 250010 h 351867"/>
              <a:gd name="connsiteX29" fmla="*/ 380967 w 384937"/>
              <a:gd name="connsiteY29" fmla="*/ 259534 h 351867"/>
              <a:gd name="connsiteX30" fmla="*/ 380967 w 384937"/>
              <a:gd name="connsiteY30" fmla="*/ 284932 h 351867"/>
              <a:gd name="connsiteX31" fmla="*/ 372194 w 384937"/>
              <a:gd name="connsiteY31" fmla="*/ 293663 h 351867"/>
              <a:gd name="connsiteX32" fmla="*/ 281270 w 384937"/>
              <a:gd name="connsiteY32" fmla="*/ 293663 h 351867"/>
              <a:gd name="connsiteX33" fmla="*/ 272497 w 384937"/>
              <a:gd name="connsiteY33" fmla="*/ 284932 h 351867"/>
              <a:gd name="connsiteX34" fmla="*/ 272497 w 384937"/>
              <a:gd name="connsiteY34" fmla="*/ 259534 h 351867"/>
              <a:gd name="connsiteX35" fmla="*/ 281270 w 384937"/>
              <a:gd name="connsiteY35" fmla="*/ 250010 h 351867"/>
              <a:gd name="connsiteX36" fmla="*/ 139731 w 384937"/>
              <a:gd name="connsiteY36" fmla="*/ 250010 h 351867"/>
              <a:gd name="connsiteX37" fmla="*/ 230655 w 384937"/>
              <a:gd name="connsiteY37" fmla="*/ 250010 h 351867"/>
              <a:gd name="connsiteX38" fmla="*/ 239428 w 384937"/>
              <a:gd name="connsiteY38" fmla="*/ 259534 h 351867"/>
              <a:gd name="connsiteX39" fmla="*/ 239428 w 384937"/>
              <a:gd name="connsiteY39" fmla="*/ 284932 h 351867"/>
              <a:gd name="connsiteX40" fmla="*/ 230655 w 384937"/>
              <a:gd name="connsiteY40" fmla="*/ 293663 h 351867"/>
              <a:gd name="connsiteX41" fmla="*/ 139731 w 384937"/>
              <a:gd name="connsiteY41" fmla="*/ 293663 h 351867"/>
              <a:gd name="connsiteX42" fmla="*/ 130958 w 384937"/>
              <a:gd name="connsiteY42" fmla="*/ 284932 h 351867"/>
              <a:gd name="connsiteX43" fmla="*/ 130958 w 384937"/>
              <a:gd name="connsiteY43" fmla="*/ 259534 h 351867"/>
              <a:gd name="connsiteX44" fmla="*/ 139731 w 384937"/>
              <a:gd name="connsiteY44" fmla="*/ 250010 h 351867"/>
              <a:gd name="connsiteX45" fmla="*/ 11418 w 384937"/>
              <a:gd name="connsiteY45" fmla="*/ 250010 h 351867"/>
              <a:gd name="connsiteX46" fmla="*/ 102342 w 384937"/>
              <a:gd name="connsiteY46" fmla="*/ 250010 h 351867"/>
              <a:gd name="connsiteX47" fmla="*/ 111115 w 384937"/>
              <a:gd name="connsiteY47" fmla="*/ 259534 h 351867"/>
              <a:gd name="connsiteX48" fmla="*/ 111115 w 384937"/>
              <a:gd name="connsiteY48" fmla="*/ 284932 h 351867"/>
              <a:gd name="connsiteX49" fmla="*/ 102342 w 384937"/>
              <a:gd name="connsiteY49" fmla="*/ 293663 h 351867"/>
              <a:gd name="connsiteX50" fmla="*/ 11418 w 384937"/>
              <a:gd name="connsiteY50" fmla="*/ 293663 h 351867"/>
              <a:gd name="connsiteX51" fmla="*/ 2645 w 384937"/>
              <a:gd name="connsiteY51" fmla="*/ 284932 h 351867"/>
              <a:gd name="connsiteX52" fmla="*/ 2645 w 384937"/>
              <a:gd name="connsiteY52" fmla="*/ 259534 h 351867"/>
              <a:gd name="connsiteX53" fmla="*/ 11418 w 384937"/>
              <a:gd name="connsiteY53" fmla="*/ 250010 h 351867"/>
              <a:gd name="connsiteX54" fmla="*/ 281270 w 384937"/>
              <a:gd name="connsiteY54" fmla="*/ 193129 h 351867"/>
              <a:gd name="connsiteX55" fmla="*/ 372194 w 384937"/>
              <a:gd name="connsiteY55" fmla="*/ 193129 h 351867"/>
              <a:gd name="connsiteX56" fmla="*/ 380967 w 384937"/>
              <a:gd name="connsiteY56" fmla="*/ 201860 h 351867"/>
              <a:gd name="connsiteX57" fmla="*/ 380967 w 384937"/>
              <a:gd name="connsiteY57" fmla="*/ 228051 h 351867"/>
              <a:gd name="connsiteX58" fmla="*/ 372194 w 384937"/>
              <a:gd name="connsiteY58" fmla="*/ 236782 h 351867"/>
              <a:gd name="connsiteX59" fmla="*/ 281270 w 384937"/>
              <a:gd name="connsiteY59" fmla="*/ 236782 h 351867"/>
              <a:gd name="connsiteX60" fmla="*/ 272497 w 384937"/>
              <a:gd name="connsiteY60" fmla="*/ 228051 h 351867"/>
              <a:gd name="connsiteX61" fmla="*/ 272497 w 384937"/>
              <a:gd name="connsiteY61" fmla="*/ 201860 h 351867"/>
              <a:gd name="connsiteX62" fmla="*/ 281270 w 384937"/>
              <a:gd name="connsiteY62" fmla="*/ 193129 h 351867"/>
              <a:gd name="connsiteX63" fmla="*/ 139731 w 384937"/>
              <a:gd name="connsiteY63" fmla="*/ 193129 h 351867"/>
              <a:gd name="connsiteX64" fmla="*/ 230655 w 384937"/>
              <a:gd name="connsiteY64" fmla="*/ 193129 h 351867"/>
              <a:gd name="connsiteX65" fmla="*/ 239428 w 384937"/>
              <a:gd name="connsiteY65" fmla="*/ 201860 h 351867"/>
              <a:gd name="connsiteX66" fmla="*/ 239428 w 384937"/>
              <a:gd name="connsiteY66" fmla="*/ 228051 h 351867"/>
              <a:gd name="connsiteX67" fmla="*/ 230655 w 384937"/>
              <a:gd name="connsiteY67" fmla="*/ 236782 h 351867"/>
              <a:gd name="connsiteX68" fmla="*/ 139731 w 384937"/>
              <a:gd name="connsiteY68" fmla="*/ 236782 h 351867"/>
              <a:gd name="connsiteX69" fmla="*/ 130958 w 384937"/>
              <a:gd name="connsiteY69" fmla="*/ 228051 h 351867"/>
              <a:gd name="connsiteX70" fmla="*/ 130958 w 384937"/>
              <a:gd name="connsiteY70" fmla="*/ 201860 h 351867"/>
              <a:gd name="connsiteX71" fmla="*/ 139731 w 384937"/>
              <a:gd name="connsiteY71" fmla="*/ 193129 h 351867"/>
              <a:gd name="connsiteX72" fmla="*/ 281270 w 384937"/>
              <a:gd name="connsiteY72" fmla="*/ 134926 h 351867"/>
              <a:gd name="connsiteX73" fmla="*/ 372194 w 384937"/>
              <a:gd name="connsiteY73" fmla="*/ 134926 h 351867"/>
              <a:gd name="connsiteX74" fmla="*/ 380967 w 384937"/>
              <a:gd name="connsiteY74" fmla="*/ 143657 h 351867"/>
              <a:gd name="connsiteX75" fmla="*/ 380967 w 384937"/>
              <a:gd name="connsiteY75" fmla="*/ 169848 h 351867"/>
              <a:gd name="connsiteX76" fmla="*/ 372194 w 384937"/>
              <a:gd name="connsiteY76" fmla="*/ 178579 h 351867"/>
              <a:gd name="connsiteX77" fmla="*/ 281270 w 384937"/>
              <a:gd name="connsiteY77" fmla="*/ 178579 h 351867"/>
              <a:gd name="connsiteX78" fmla="*/ 272497 w 384937"/>
              <a:gd name="connsiteY78" fmla="*/ 169848 h 351867"/>
              <a:gd name="connsiteX79" fmla="*/ 272497 w 384937"/>
              <a:gd name="connsiteY79" fmla="*/ 143657 h 351867"/>
              <a:gd name="connsiteX80" fmla="*/ 281270 w 384937"/>
              <a:gd name="connsiteY80" fmla="*/ 134926 h 351867"/>
              <a:gd name="connsiteX81" fmla="*/ 384937 w 384937"/>
              <a:gd name="connsiteY81" fmla="*/ 0 h 351867"/>
              <a:gd name="connsiteX82" fmla="*/ 259270 w 384937"/>
              <a:gd name="connsiteY82" fmla="*/ 117730 h 351867"/>
              <a:gd name="connsiteX83" fmla="*/ 263239 w 384937"/>
              <a:gd name="connsiteY83" fmla="*/ 85982 h 351867"/>
              <a:gd name="connsiteX84" fmla="*/ 13228 w 384937"/>
              <a:gd name="connsiteY84" fmla="*/ 231491 h 351867"/>
              <a:gd name="connsiteX85" fmla="*/ 0 w 384937"/>
              <a:gd name="connsiteY85" fmla="*/ 210326 h 351867"/>
              <a:gd name="connsiteX86" fmla="*/ 248688 w 384937"/>
              <a:gd name="connsiteY86" fmla="*/ 64817 h 351867"/>
              <a:gd name="connsiteX87" fmla="*/ 219586 w 384937"/>
              <a:gd name="connsiteY87" fmla="*/ 51589 h 35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384937" h="351867">
                <a:moveTo>
                  <a:pt x="281270" y="308214"/>
                </a:moveTo>
                <a:cubicBezTo>
                  <a:pt x="281270" y="308214"/>
                  <a:pt x="281270" y="308214"/>
                  <a:pt x="372194" y="308214"/>
                </a:cubicBezTo>
                <a:cubicBezTo>
                  <a:pt x="376979" y="308214"/>
                  <a:pt x="380967" y="312256"/>
                  <a:pt x="380967" y="317106"/>
                </a:cubicBezTo>
                <a:cubicBezTo>
                  <a:pt x="380967" y="317106"/>
                  <a:pt x="380967" y="317106"/>
                  <a:pt x="380967" y="342975"/>
                </a:cubicBezTo>
                <a:cubicBezTo>
                  <a:pt x="380967" y="347825"/>
                  <a:pt x="376979" y="351867"/>
                  <a:pt x="372194" y="351867"/>
                </a:cubicBezTo>
                <a:cubicBezTo>
                  <a:pt x="372194" y="351867"/>
                  <a:pt x="372194" y="351867"/>
                  <a:pt x="281270" y="351867"/>
                </a:cubicBezTo>
                <a:cubicBezTo>
                  <a:pt x="276485" y="351867"/>
                  <a:pt x="272497" y="347825"/>
                  <a:pt x="272497" y="342975"/>
                </a:cubicBezTo>
                <a:cubicBezTo>
                  <a:pt x="272497" y="342975"/>
                  <a:pt x="272497" y="342975"/>
                  <a:pt x="272497" y="317106"/>
                </a:cubicBezTo>
                <a:cubicBezTo>
                  <a:pt x="272497" y="312256"/>
                  <a:pt x="276485" y="308214"/>
                  <a:pt x="281270" y="308214"/>
                </a:cubicBezTo>
                <a:close/>
                <a:moveTo>
                  <a:pt x="139731" y="308214"/>
                </a:moveTo>
                <a:cubicBezTo>
                  <a:pt x="139731" y="308214"/>
                  <a:pt x="139731" y="308214"/>
                  <a:pt x="230655" y="308214"/>
                </a:cubicBezTo>
                <a:cubicBezTo>
                  <a:pt x="235440" y="308214"/>
                  <a:pt x="239428" y="312256"/>
                  <a:pt x="239428" y="317106"/>
                </a:cubicBezTo>
                <a:cubicBezTo>
                  <a:pt x="239428" y="317106"/>
                  <a:pt x="239428" y="317106"/>
                  <a:pt x="239428" y="342975"/>
                </a:cubicBezTo>
                <a:cubicBezTo>
                  <a:pt x="239428" y="347825"/>
                  <a:pt x="235440" y="351867"/>
                  <a:pt x="230655" y="351867"/>
                </a:cubicBezTo>
                <a:cubicBezTo>
                  <a:pt x="230655" y="351867"/>
                  <a:pt x="230655" y="351867"/>
                  <a:pt x="139731" y="351867"/>
                </a:cubicBezTo>
                <a:cubicBezTo>
                  <a:pt x="134946" y="351867"/>
                  <a:pt x="130958" y="347825"/>
                  <a:pt x="130958" y="342975"/>
                </a:cubicBezTo>
                <a:cubicBezTo>
                  <a:pt x="130958" y="342975"/>
                  <a:pt x="130958" y="342975"/>
                  <a:pt x="130958" y="317106"/>
                </a:cubicBezTo>
                <a:cubicBezTo>
                  <a:pt x="130958" y="312256"/>
                  <a:pt x="134946" y="308214"/>
                  <a:pt x="139731" y="308214"/>
                </a:cubicBezTo>
                <a:close/>
                <a:moveTo>
                  <a:pt x="11418" y="308214"/>
                </a:moveTo>
                <a:cubicBezTo>
                  <a:pt x="11418" y="308214"/>
                  <a:pt x="11418" y="308214"/>
                  <a:pt x="102342" y="308214"/>
                </a:cubicBezTo>
                <a:cubicBezTo>
                  <a:pt x="107127" y="308214"/>
                  <a:pt x="111115" y="312256"/>
                  <a:pt x="111115" y="317106"/>
                </a:cubicBezTo>
                <a:cubicBezTo>
                  <a:pt x="111115" y="317106"/>
                  <a:pt x="111115" y="317106"/>
                  <a:pt x="111115" y="342975"/>
                </a:cubicBezTo>
                <a:cubicBezTo>
                  <a:pt x="111115" y="347825"/>
                  <a:pt x="107127" y="351867"/>
                  <a:pt x="102342" y="351867"/>
                </a:cubicBezTo>
                <a:cubicBezTo>
                  <a:pt x="102342" y="351867"/>
                  <a:pt x="102342" y="351867"/>
                  <a:pt x="11418" y="351867"/>
                </a:cubicBezTo>
                <a:cubicBezTo>
                  <a:pt x="6633" y="351867"/>
                  <a:pt x="2645" y="347825"/>
                  <a:pt x="2645" y="342975"/>
                </a:cubicBezTo>
                <a:cubicBezTo>
                  <a:pt x="2645" y="342975"/>
                  <a:pt x="2645" y="342975"/>
                  <a:pt x="2645" y="317106"/>
                </a:cubicBezTo>
                <a:cubicBezTo>
                  <a:pt x="2645" y="312256"/>
                  <a:pt x="6633" y="308214"/>
                  <a:pt x="11418" y="308214"/>
                </a:cubicBezTo>
                <a:close/>
                <a:moveTo>
                  <a:pt x="281270" y="250010"/>
                </a:moveTo>
                <a:cubicBezTo>
                  <a:pt x="281270" y="250010"/>
                  <a:pt x="281270" y="250010"/>
                  <a:pt x="372194" y="250010"/>
                </a:cubicBezTo>
                <a:cubicBezTo>
                  <a:pt x="376979" y="250010"/>
                  <a:pt x="380967" y="253979"/>
                  <a:pt x="380967" y="259534"/>
                </a:cubicBezTo>
                <a:cubicBezTo>
                  <a:pt x="380967" y="259534"/>
                  <a:pt x="380967" y="259534"/>
                  <a:pt x="380967" y="284932"/>
                </a:cubicBezTo>
                <a:cubicBezTo>
                  <a:pt x="380967" y="289695"/>
                  <a:pt x="376979" y="293663"/>
                  <a:pt x="372194" y="293663"/>
                </a:cubicBezTo>
                <a:cubicBezTo>
                  <a:pt x="372194" y="293663"/>
                  <a:pt x="372194" y="293663"/>
                  <a:pt x="281270" y="293663"/>
                </a:cubicBezTo>
                <a:cubicBezTo>
                  <a:pt x="276485" y="293663"/>
                  <a:pt x="272497" y="289695"/>
                  <a:pt x="272497" y="284932"/>
                </a:cubicBezTo>
                <a:cubicBezTo>
                  <a:pt x="272497" y="284932"/>
                  <a:pt x="272497" y="284932"/>
                  <a:pt x="272497" y="259534"/>
                </a:cubicBezTo>
                <a:cubicBezTo>
                  <a:pt x="272497" y="253979"/>
                  <a:pt x="276485" y="250010"/>
                  <a:pt x="281270" y="250010"/>
                </a:cubicBezTo>
                <a:close/>
                <a:moveTo>
                  <a:pt x="139731" y="250010"/>
                </a:moveTo>
                <a:cubicBezTo>
                  <a:pt x="139731" y="250010"/>
                  <a:pt x="139731" y="250010"/>
                  <a:pt x="230655" y="250010"/>
                </a:cubicBezTo>
                <a:cubicBezTo>
                  <a:pt x="235440" y="250010"/>
                  <a:pt x="239428" y="253979"/>
                  <a:pt x="239428" y="259534"/>
                </a:cubicBezTo>
                <a:cubicBezTo>
                  <a:pt x="239428" y="259534"/>
                  <a:pt x="239428" y="259534"/>
                  <a:pt x="239428" y="284932"/>
                </a:cubicBezTo>
                <a:cubicBezTo>
                  <a:pt x="239428" y="289695"/>
                  <a:pt x="235440" y="293663"/>
                  <a:pt x="230655" y="293663"/>
                </a:cubicBezTo>
                <a:cubicBezTo>
                  <a:pt x="230655" y="293663"/>
                  <a:pt x="230655" y="293663"/>
                  <a:pt x="139731" y="293663"/>
                </a:cubicBezTo>
                <a:cubicBezTo>
                  <a:pt x="134946" y="293663"/>
                  <a:pt x="130958" y="289695"/>
                  <a:pt x="130958" y="284932"/>
                </a:cubicBezTo>
                <a:cubicBezTo>
                  <a:pt x="130958" y="284932"/>
                  <a:pt x="130958" y="284932"/>
                  <a:pt x="130958" y="259534"/>
                </a:cubicBezTo>
                <a:cubicBezTo>
                  <a:pt x="130958" y="253979"/>
                  <a:pt x="134946" y="250010"/>
                  <a:pt x="139731" y="250010"/>
                </a:cubicBezTo>
                <a:close/>
                <a:moveTo>
                  <a:pt x="11418" y="250010"/>
                </a:moveTo>
                <a:cubicBezTo>
                  <a:pt x="11418" y="250010"/>
                  <a:pt x="11418" y="250010"/>
                  <a:pt x="102342" y="250010"/>
                </a:cubicBezTo>
                <a:cubicBezTo>
                  <a:pt x="107127" y="250010"/>
                  <a:pt x="111115" y="253979"/>
                  <a:pt x="111115" y="259534"/>
                </a:cubicBezTo>
                <a:cubicBezTo>
                  <a:pt x="111115" y="259534"/>
                  <a:pt x="111115" y="259534"/>
                  <a:pt x="111115" y="284932"/>
                </a:cubicBezTo>
                <a:cubicBezTo>
                  <a:pt x="111115" y="289695"/>
                  <a:pt x="107127" y="293663"/>
                  <a:pt x="102342" y="293663"/>
                </a:cubicBezTo>
                <a:cubicBezTo>
                  <a:pt x="102342" y="293663"/>
                  <a:pt x="102342" y="293663"/>
                  <a:pt x="11418" y="293663"/>
                </a:cubicBezTo>
                <a:cubicBezTo>
                  <a:pt x="6633" y="293663"/>
                  <a:pt x="2645" y="289695"/>
                  <a:pt x="2645" y="284932"/>
                </a:cubicBezTo>
                <a:cubicBezTo>
                  <a:pt x="2645" y="284932"/>
                  <a:pt x="2645" y="284932"/>
                  <a:pt x="2645" y="259534"/>
                </a:cubicBezTo>
                <a:cubicBezTo>
                  <a:pt x="2645" y="253979"/>
                  <a:pt x="6633" y="250010"/>
                  <a:pt x="11418" y="250010"/>
                </a:cubicBezTo>
                <a:close/>
                <a:moveTo>
                  <a:pt x="281270" y="193129"/>
                </a:moveTo>
                <a:cubicBezTo>
                  <a:pt x="281270" y="193129"/>
                  <a:pt x="281270" y="193129"/>
                  <a:pt x="372194" y="193129"/>
                </a:cubicBezTo>
                <a:cubicBezTo>
                  <a:pt x="376979" y="193129"/>
                  <a:pt x="380967" y="197098"/>
                  <a:pt x="380967" y="201860"/>
                </a:cubicBezTo>
                <a:cubicBezTo>
                  <a:pt x="380967" y="201860"/>
                  <a:pt x="380967" y="201860"/>
                  <a:pt x="380967" y="228051"/>
                </a:cubicBezTo>
                <a:cubicBezTo>
                  <a:pt x="380967" y="232814"/>
                  <a:pt x="376979" y="236782"/>
                  <a:pt x="372194" y="236782"/>
                </a:cubicBezTo>
                <a:cubicBezTo>
                  <a:pt x="372194" y="236782"/>
                  <a:pt x="372194" y="236782"/>
                  <a:pt x="281270" y="236782"/>
                </a:cubicBezTo>
                <a:cubicBezTo>
                  <a:pt x="276485" y="236782"/>
                  <a:pt x="272497" y="232814"/>
                  <a:pt x="272497" y="228051"/>
                </a:cubicBezTo>
                <a:cubicBezTo>
                  <a:pt x="272497" y="228051"/>
                  <a:pt x="272497" y="228051"/>
                  <a:pt x="272497" y="201860"/>
                </a:cubicBezTo>
                <a:cubicBezTo>
                  <a:pt x="272497" y="197098"/>
                  <a:pt x="276485" y="193129"/>
                  <a:pt x="281270" y="193129"/>
                </a:cubicBezTo>
                <a:close/>
                <a:moveTo>
                  <a:pt x="139731" y="193129"/>
                </a:moveTo>
                <a:cubicBezTo>
                  <a:pt x="139731" y="193129"/>
                  <a:pt x="139731" y="193129"/>
                  <a:pt x="230655" y="193129"/>
                </a:cubicBezTo>
                <a:cubicBezTo>
                  <a:pt x="235440" y="193129"/>
                  <a:pt x="239428" y="197098"/>
                  <a:pt x="239428" y="201860"/>
                </a:cubicBezTo>
                <a:cubicBezTo>
                  <a:pt x="239428" y="201860"/>
                  <a:pt x="239428" y="201860"/>
                  <a:pt x="239428" y="228051"/>
                </a:cubicBezTo>
                <a:cubicBezTo>
                  <a:pt x="239428" y="232814"/>
                  <a:pt x="235440" y="236782"/>
                  <a:pt x="230655" y="236782"/>
                </a:cubicBezTo>
                <a:cubicBezTo>
                  <a:pt x="230655" y="236782"/>
                  <a:pt x="230655" y="236782"/>
                  <a:pt x="139731" y="236782"/>
                </a:cubicBezTo>
                <a:cubicBezTo>
                  <a:pt x="134946" y="236782"/>
                  <a:pt x="130958" y="232814"/>
                  <a:pt x="130958" y="228051"/>
                </a:cubicBezTo>
                <a:cubicBezTo>
                  <a:pt x="130958" y="228051"/>
                  <a:pt x="130958" y="228051"/>
                  <a:pt x="130958" y="201860"/>
                </a:cubicBezTo>
                <a:cubicBezTo>
                  <a:pt x="130958" y="197098"/>
                  <a:pt x="134946" y="193129"/>
                  <a:pt x="139731" y="193129"/>
                </a:cubicBezTo>
                <a:close/>
                <a:moveTo>
                  <a:pt x="281270" y="134926"/>
                </a:moveTo>
                <a:cubicBezTo>
                  <a:pt x="281270" y="134926"/>
                  <a:pt x="281270" y="134926"/>
                  <a:pt x="372194" y="134926"/>
                </a:cubicBezTo>
                <a:cubicBezTo>
                  <a:pt x="376979" y="134926"/>
                  <a:pt x="380967" y="138895"/>
                  <a:pt x="380967" y="143657"/>
                </a:cubicBezTo>
                <a:cubicBezTo>
                  <a:pt x="380967" y="143657"/>
                  <a:pt x="380967" y="143657"/>
                  <a:pt x="380967" y="169848"/>
                </a:cubicBezTo>
                <a:cubicBezTo>
                  <a:pt x="380967" y="174611"/>
                  <a:pt x="376979" y="178579"/>
                  <a:pt x="372194" y="178579"/>
                </a:cubicBezTo>
                <a:cubicBezTo>
                  <a:pt x="372194" y="178579"/>
                  <a:pt x="372194" y="178579"/>
                  <a:pt x="281270" y="178579"/>
                </a:cubicBezTo>
                <a:cubicBezTo>
                  <a:pt x="276485" y="178579"/>
                  <a:pt x="272497" y="174611"/>
                  <a:pt x="272497" y="169848"/>
                </a:cubicBezTo>
                <a:cubicBezTo>
                  <a:pt x="272497" y="169848"/>
                  <a:pt x="272497" y="169848"/>
                  <a:pt x="272497" y="143657"/>
                </a:cubicBezTo>
                <a:cubicBezTo>
                  <a:pt x="272497" y="138895"/>
                  <a:pt x="276485" y="134926"/>
                  <a:pt x="281270" y="134926"/>
                </a:cubicBezTo>
                <a:close/>
                <a:moveTo>
                  <a:pt x="384937" y="0"/>
                </a:moveTo>
                <a:lnTo>
                  <a:pt x="259270" y="117730"/>
                </a:lnTo>
                <a:lnTo>
                  <a:pt x="263239" y="85982"/>
                </a:lnTo>
                <a:lnTo>
                  <a:pt x="13228" y="231491"/>
                </a:lnTo>
                <a:lnTo>
                  <a:pt x="0" y="210326"/>
                </a:lnTo>
                <a:lnTo>
                  <a:pt x="248688" y="64817"/>
                </a:lnTo>
                <a:lnTo>
                  <a:pt x="219586" y="51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1"/>
          <p:cNvSpPr txBox="1">
            <a:spLocks noChangeArrowheads="1"/>
          </p:cNvSpPr>
          <p:nvPr/>
        </p:nvSpPr>
        <p:spPr bwMode="auto">
          <a:xfrm>
            <a:off x="1932977" y="2633969"/>
            <a:ext cx="107459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000" dirty="0" smtClean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自我评价</a:t>
            </a:r>
            <a:endParaRPr lang="en-US" altLang="zh-CN" sz="2000" dirty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0" name="1"/>
          <p:cNvSpPr txBox="1">
            <a:spLocks noChangeArrowheads="1"/>
          </p:cNvSpPr>
          <p:nvPr/>
        </p:nvSpPr>
        <p:spPr bwMode="auto">
          <a:xfrm>
            <a:off x="4358114" y="2639579"/>
            <a:ext cx="107459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自我评价</a:t>
            </a:r>
            <a:endParaRPr lang="en-US" altLang="zh-CN" sz="2000" dirty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1" name="1"/>
          <p:cNvSpPr txBox="1">
            <a:spLocks noChangeArrowheads="1"/>
          </p:cNvSpPr>
          <p:nvPr/>
        </p:nvSpPr>
        <p:spPr bwMode="auto">
          <a:xfrm>
            <a:off x="6763732" y="2640430"/>
            <a:ext cx="107459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自我评价</a:t>
            </a:r>
            <a:endParaRPr lang="en-US" altLang="zh-CN" sz="2000" dirty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2" name="1"/>
          <p:cNvSpPr txBox="1">
            <a:spLocks noChangeArrowheads="1"/>
          </p:cNvSpPr>
          <p:nvPr/>
        </p:nvSpPr>
        <p:spPr bwMode="auto">
          <a:xfrm>
            <a:off x="9163746" y="2633284"/>
            <a:ext cx="107459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自我评价</a:t>
            </a:r>
            <a:endParaRPr lang="en-US" altLang="zh-CN" sz="2000" dirty="0">
              <a:solidFill>
                <a:schemeClr val="bg1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7066" y="1478125"/>
            <a:ext cx="5604934" cy="5380931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5528396" cy="4936067"/>
          </a:xfrm>
          <a:prstGeom prst="rect">
            <a:avLst/>
          </a:prstGeom>
        </p:spPr>
      </p:pic>
      <p:sp>
        <p:nvSpPr>
          <p:cNvPr id="34" name="文本框 2"/>
          <p:cNvSpPr txBox="1"/>
          <p:nvPr>
            <p:custDataLst>
              <p:tags r:id="rId3"/>
            </p:custDataLst>
          </p:nvPr>
        </p:nvSpPr>
        <p:spPr>
          <a:xfrm>
            <a:off x="797623" y="628141"/>
            <a:ext cx="235210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工作不足反思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35" name="圆角矩形 34"/>
          <p:cNvSpPr/>
          <p:nvPr/>
        </p:nvSpPr>
        <p:spPr>
          <a:xfrm rot="18917253">
            <a:off x="464199" y="751640"/>
            <a:ext cx="276220" cy="276220"/>
          </a:xfrm>
          <a:prstGeom prst="roundRect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66791"/>
              </a:solidFill>
            </a:endParaRPr>
          </a:p>
        </p:txBody>
      </p:sp>
      <p:sp>
        <p:nvSpPr>
          <p:cNvPr id="3" name="Shape 1452"/>
          <p:cNvSpPr/>
          <p:nvPr/>
        </p:nvSpPr>
        <p:spPr>
          <a:xfrm>
            <a:off x="870174" y="2398861"/>
            <a:ext cx="2465146" cy="3231982"/>
          </a:xfrm>
          <a:prstGeom prst="roundRect">
            <a:avLst>
              <a:gd name="adj" fmla="val 6924"/>
            </a:avLst>
          </a:prstGeom>
          <a:solidFill>
            <a:schemeClr val="bg1"/>
          </a:solidFill>
          <a:ln w="12700">
            <a:solidFill>
              <a:srgbClr val="2866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lt1"/>
              </a:solidFill>
            </a:endParaRPr>
          </a:p>
        </p:txBody>
      </p:sp>
      <p:sp>
        <p:nvSpPr>
          <p:cNvPr id="4" name="Shape 1460"/>
          <p:cNvSpPr/>
          <p:nvPr/>
        </p:nvSpPr>
        <p:spPr>
          <a:xfrm>
            <a:off x="1512445" y="1818115"/>
            <a:ext cx="1183378" cy="11833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286674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solidFill>
                <a:schemeClr val="tx1">
                  <a:lumMod val="65000"/>
                  <a:lumOff val="35000"/>
                </a:schemeClr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汉仪旗黑-45S" panose="00020600040101010101" pitchFamily="18" charset="-122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1568538" y="3510860"/>
            <a:ext cx="101729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00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改进措施</a:t>
            </a:r>
            <a:endParaRPr lang="en-US" altLang="zh-CN" sz="20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0" name="1"/>
          <p:cNvSpPr txBox="1">
            <a:spLocks noChangeArrowheads="1"/>
          </p:cNvSpPr>
          <p:nvPr/>
        </p:nvSpPr>
        <p:spPr bwMode="auto">
          <a:xfrm>
            <a:off x="1048009" y="3904384"/>
            <a:ext cx="2118702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2" name="Shape 1452"/>
          <p:cNvSpPr/>
          <p:nvPr/>
        </p:nvSpPr>
        <p:spPr>
          <a:xfrm>
            <a:off x="3532343" y="2398861"/>
            <a:ext cx="2465146" cy="3231982"/>
          </a:xfrm>
          <a:prstGeom prst="roundRect">
            <a:avLst>
              <a:gd name="adj" fmla="val 6924"/>
            </a:avLst>
          </a:prstGeom>
          <a:solidFill>
            <a:schemeClr val="bg1"/>
          </a:solidFill>
          <a:ln w="12700">
            <a:solidFill>
              <a:srgbClr val="2866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lt1"/>
              </a:solidFill>
            </a:endParaRPr>
          </a:p>
        </p:txBody>
      </p:sp>
      <p:sp>
        <p:nvSpPr>
          <p:cNvPr id="13" name="Shape 1460"/>
          <p:cNvSpPr/>
          <p:nvPr/>
        </p:nvSpPr>
        <p:spPr>
          <a:xfrm>
            <a:off x="4174614" y="1818115"/>
            <a:ext cx="1183378" cy="11833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286674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solidFill>
                <a:schemeClr val="tx1">
                  <a:lumMod val="65000"/>
                  <a:lumOff val="35000"/>
                </a:schemeClr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汉仪旗黑-45S" panose="00020600040101010101" pitchFamily="18" charset="-122"/>
            </a:endParaRPr>
          </a:p>
        </p:txBody>
      </p:sp>
      <p:sp>
        <p:nvSpPr>
          <p:cNvPr id="16" name="1"/>
          <p:cNvSpPr txBox="1">
            <a:spLocks noChangeArrowheads="1"/>
          </p:cNvSpPr>
          <p:nvPr/>
        </p:nvSpPr>
        <p:spPr bwMode="auto">
          <a:xfrm>
            <a:off x="4230707" y="3510860"/>
            <a:ext cx="101729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改进措施</a:t>
            </a:r>
            <a:endParaRPr lang="en-US" altLang="zh-CN" sz="20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7" name="1"/>
          <p:cNvSpPr txBox="1">
            <a:spLocks noChangeArrowheads="1"/>
          </p:cNvSpPr>
          <p:nvPr/>
        </p:nvSpPr>
        <p:spPr bwMode="auto">
          <a:xfrm>
            <a:off x="3710177" y="3904384"/>
            <a:ext cx="2118702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9" name="Shape 1452"/>
          <p:cNvSpPr/>
          <p:nvPr/>
        </p:nvSpPr>
        <p:spPr>
          <a:xfrm>
            <a:off x="6194511" y="2387065"/>
            <a:ext cx="2465146" cy="3231982"/>
          </a:xfrm>
          <a:prstGeom prst="roundRect">
            <a:avLst>
              <a:gd name="adj" fmla="val 6924"/>
            </a:avLst>
          </a:prstGeom>
          <a:solidFill>
            <a:schemeClr val="bg1"/>
          </a:solidFill>
          <a:ln w="12700">
            <a:solidFill>
              <a:srgbClr val="2866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lt1"/>
              </a:solidFill>
            </a:endParaRPr>
          </a:p>
        </p:txBody>
      </p:sp>
      <p:sp>
        <p:nvSpPr>
          <p:cNvPr id="20" name="Shape 1460"/>
          <p:cNvSpPr/>
          <p:nvPr/>
        </p:nvSpPr>
        <p:spPr>
          <a:xfrm>
            <a:off x="6836781" y="1806320"/>
            <a:ext cx="1183378" cy="11833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286674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solidFill>
                <a:schemeClr val="tx1">
                  <a:lumMod val="65000"/>
                  <a:lumOff val="35000"/>
                </a:schemeClr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汉仪旗黑-45S" panose="00020600040101010101" pitchFamily="18" charset="-122"/>
            </a:endParaRPr>
          </a:p>
        </p:txBody>
      </p:sp>
      <p:sp>
        <p:nvSpPr>
          <p:cNvPr id="23" name="1"/>
          <p:cNvSpPr txBox="1">
            <a:spLocks noChangeArrowheads="1"/>
          </p:cNvSpPr>
          <p:nvPr/>
        </p:nvSpPr>
        <p:spPr bwMode="auto">
          <a:xfrm>
            <a:off x="6892874" y="3499064"/>
            <a:ext cx="101729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改进措施</a:t>
            </a:r>
            <a:endParaRPr lang="en-US" altLang="zh-CN" sz="20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4" name="1"/>
          <p:cNvSpPr txBox="1">
            <a:spLocks noChangeArrowheads="1"/>
          </p:cNvSpPr>
          <p:nvPr/>
        </p:nvSpPr>
        <p:spPr bwMode="auto">
          <a:xfrm>
            <a:off x="6372345" y="3892589"/>
            <a:ext cx="2118702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6" name="Shape 1452"/>
          <p:cNvSpPr/>
          <p:nvPr/>
        </p:nvSpPr>
        <p:spPr>
          <a:xfrm>
            <a:off x="8856679" y="2387065"/>
            <a:ext cx="2465146" cy="3231982"/>
          </a:xfrm>
          <a:prstGeom prst="roundRect">
            <a:avLst>
              <a:gd name="adj" fmla="val 6924"/>
            </a:avLst>
          </a:prstGeom>
          <a:solidFill>
            <a:schemeClr val="bg1"/>
          </a:solidFill>
          <a:ln w="12700">
            <a:solidFill>
              <a:srgbClr val="2866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lt1"/>
              </a:solidFill>
            </a:endParaRPr>
          </a:p>
        </p:txBody>
      </p:sp>
      <p:sp>
        <p:nvSpPr>
          <p:cNvPr id="27" name="Shape 1460"/>
          <p:cNvSpPr/>
          <p:nvPr/>
        </p:nvSpPr>
        <p:spPr>
          <a:xfrm>
            <a:off x="9498950" y="1806320"/>
            <a:ext cx="1183378" cy="11833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286674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solidFill>
                <a:schemeClr val="tx1">
                  <a:lumMod val="65000"/>
                  <a:lumOff val="35000"/>
                </a:schemeClr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汉仪旗黑-45S" panose="00020600040101010101" pitchFamily="18" charset="-122"/>
            </a:endParaRPr>
          </a:p>
        </p:txBody>
      </p:sp>
      <p:sp>
        <p:nvSpPr>
          <p:cNvPr id="30" name="1"/>
          <p:cNvSpPr txBox="1">
            <a:spLocks noChangeArrowheads="1"/>
          </p:cNvSpPr>
          <p:nvPr/>
        </p:nvSpPr>
        <p:spPr bwMode="auto">
          <a:xfrm>
            <a:off x="9555043" y="3499064"/>
            <a:ext cx="101729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改进措施</a:t>
            </a:r>
            <a:endParaRPr lang="en-US" altLang="zh-CN" sz="20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31" name="1"/>
          <p:cNvSpPr txBox="1">
            <a:spLocks noChangeArrowheads="1"/>
          </p:cNvSpPr>
          <p:nvPr/>
        </p:nvSpPr>
        <p:spPr bwMode="auto">
          <a:xfrm>
            <a:off x="9034513" y="3892589"/>
            <a:ext cx="2118702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2" name="任意多边形 21"/>
          <p:cNvSpPr/>
          <p:nvPr/>
        </p:nvSpPr>
        <p:spPr bwMode="auto">
          <a:xfrm>
            <a:off x="1886875" y="2138078"/>
            <a:ext cx="454285" cy="509872"/>
          </a:xfrm>
          <a:custGeom>
            <a:avLst/>
            <a:gdLst>
              <a:gd name="connsiteX0" fmla="*/ 157154 w 313505"/>
              <a:gd name="connsiteY0" fmla="*/ 215617 h 351866"/>
              <a:gd name="connsiteX1" fmla="*/ 186820 w 313505"/>
              <a:gd name="connsiteY1" fmla="*/ 283343 h 351866"/>
              <a:gd name="connsiteX2" fmla="*/ 189226 w 313505"/>
              <a:gd name="connsiteY2" fmla="*/ 283343 h 351866"/>
              <a:gd name="connsiteX3" fmla="*/ 216487 w 313505"/>
              <a:gd name="connsiteY3" fmla="*/ 233943 h 351866"/>
              <a:gd name="connsiteX4" fmla="*/ 300676 w 313505"/>
              <a:gd name="connsiteY4" fmla="*/ 258643 h 351866"/>
              <a:gd name="connsiteX5" fmla="*/ 313505 w 313505"/>
              <a:gd name="connsiteY5" fmla="*/ 351866 h 351866"/>
              <a:gd name="connsiteX6" fmla="*/ 0 w 313505"/>
              <a:gd name="connsiteY6" fmla="*/ 351866 h 351866"/>
              <a:gd name="connsiteX7" fmla="*/ 13631 w 313505"/>
              <a:gd name="connsiteY7" fmla="*/ 258643 h 351866"/>
              <a:gd name="connsiteX8" fmla="*/ 97820 w 313505"/>
              <a:gd name="connsiteY8" fmla="*/ 233943 h 351866"/>
              <a:gd name="connsiteX9" fmla="*/ 125082 w 313505"/>
              <a:gd name="connsiteY9" fmla="*/ 283343 h 351866"/>
              <a:gd name="connsiteX10" fmla="*/ 126685 w 313505"/>
              <a:gd name="connsiteY10" fmla="*/ 283343 h 351866"/>
              <a:gd name="connsiteX11" fmla="*/ 157154 w 313505"/>
              <a:gd name="connsiteY11" fmla="*/ 215617 h 351866"/>
              <a:gd name="connsiteX12" fmla="*/ 157414 w 313505"/>
              <a:gd name="connsiteY12" fmla="*/ 0 h 351866"/>
              <a:gd name="connsiteX13" fmla="*/ 238105 w 313505"/>
              <a:gd name="connsiteY13" fmla="*/ 74295 h 351866"/>
              <a:gd name="connsiteX14" fmla="*/ 234111 w 313505"/>
              <a:gd name="connsiteY14" fmla="*/ 111043 h 351866"/>
              <a:gd name="connsiteX15" fmla="*/ 223725 w 313505"/>
              <a:gd name="connsiteY15" fmla="*/ 144596 h 351866"/>
              <a:gd name="connsiteX16" fmla="*/ 157414 w 313505"/>
              <a:gd name="connsiteY16" fmla="*/ 203712 h 351866"/>
              <a:gd name="connsiteX17" fmla="*/ 87908 w 313505"/>
              <a:gd name="connsiteY17" fmla="*/ 142998 h 351866"/>
              <a:gd name="connsiteX18" fmla="*/ 78321 w 313505"/>
              <a:gd name="connsiteY18" fmla="*/ 101456 h 351866"/>
              <a:gd name="connsiteX19" fmla="*/ 76723 w 313505"/>
              <a:gd name="connsiteY19" fmla="*/ 74295 h 351866"/>
              <a:gd name="connsiteX20" fmla="*/ 157414 w 313505"/>
              <a:gd name="connsiteY20" fmla="*/ 0 h 35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13505" h="351866">
                <a:moveTo>
                  <a:pt x="157154" y="215617"/>
                </a:moveTo>
                <a:cubicBezTo>
                  <a:pt x="174793" y="215617"/>
                  <a:pt x="161964" y="279359"/>
                  <a:pt x="186820" y="283343"/>
                </a:cubicBezTo>
                <a:cubicBezTo>
                  <a:pt x="187622" y="283343"/>
                  <a:pt x="188424" y="283343"/>
                  <a:pt x="189226" y="283343"/>
                </a:cubicBezTo>
                <a:cubicBezTo>
                  <a:pt x="206064" y="283343"/>
                  <a:pt x="206064" y="253066"/>
                  <a:pt x="216487" y="233943"/>
                </a:cubicBezTo>
                <a:cubicBezTo>
                  <a:pt x="238938" y="245895"/>
                  <a:pt x="284640" y="241911"/>
                  <a:pt x="300676" y="258643"/>
                </a:cubicBezTo>
                <a:cubicBezTo>
                  <a:pt x="309496" y="268204"/>
                  <a:pt x="313505" y="326369"/>
                  <a:pt x="313505" y="351866"/>
                </a:cubicBezTo>
                <a:cubicBezTo>
                  <a:pt x="313505" y="351866"/>
                  <a:pt x="313505" y="351866"/>
                  <a:pt x="0" y="351866"/>
                </a:cubicBezTo>
                <a:cubicBezTo>
                  <a:pt x="0" y="326369"/>
                  <a:pt x="4811" y="268204"/>
                  <a:pt x="13631" y="258643"/>
                </a:cubicBezTo>
                <a:cubicBezTo>
                  <a:pt x="29667" y="241911"/>
                  <a:pt x="75370" y="245895"/>
                  <a:pt x="97820" y="233943"/>
                </a:cubicBezTo>
                <a:cubicBezTo>
                  <a:pt x="108244" y="253066"/>
                  <a:pt x="108244" y="283343"/>
                  <a:pt x="125082" y="283343"/>
                </a:cubicBezTo>
                <a:cubicBezTo>
                  <a:pt x="125883" y="283343"/>
                  <a:pt x="125883" y="283343"/>
                  <a:pt x="126685" y="283343"/>
                </a:cubicBezTo>
                <a:cubicBezTo>
                  <a:pt x="152343" y="279359"/>
                  <a:pt x="139514" y="215617"/>
                  <a:pt x="157154" y="215617"/>
                </a:cubicBezTo>
                <a:close/>
                <a:moveTo>
                  <a:pt x="157414" y="0"/>
                </a:moveTo>
                <a:cubicBezTo>
                  <a:pt x="202154" y="0"/>
                  <a:pt x="238105" y="33553"/>
                  <a:pt x="238105" y="74295"/>
                </a:cubicBezTo>
                <a:cubicBezTo>
                  <a:pt x="238105" y="89473"/>
                  <a:pt x="236507" y="101456"/>
                  <a:pt x="234111" y="111043"/>
                </a:cubicBezTo>
                <a:cubicBezTo>
                  <a:pt x="231714" y="123026"/>
                  <a:pt x="227719" y="135009"/>
                  <a:pt x="223725" y="144596"/>
                </a:cubicBezTo>
                <a:cubicBezTo>
                  <a:pt x="206947" y="182941"/>
                  <a:pt x="178186" y="203712"/>
                  <a:pt x="157414" y="203712"/>
                </a:cubicBezTo>
                <a:cubicBezTo>
                  <a:pt x="136642" y="203712"/>
                  <a:pt x="104685" y="182941"/>
                  <a:pt x="87908" y="142998"/>
                </a:cubicBezTo>
                <a:cubicBezTo>
                  <a:pt x="83115" y="131814"/>
                  <a:pt x="79919" y="115836"/>
                  <a:pt x="78321" y="101456"/>
                </a:cubicBezTo>
                <a:cubicBezTo>
                  <a:pt x="77522" y="94267"/>
                  <a:pt x="76723" y="84680"/>
                  <a:pt x="76723" y="74295"/>
                </a:cubicBezTo>
                <a:cubicBezTo>
                  <a:pt x="76723" y="33553"/>
                  <a:pt x="112675" y="0"/>
                  <a:pt x="15741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5" name="任意多边形 24"/>
          <p:cNvSpPr/>
          <p:nvPr/>
        </p:nvSpPr>
        <p:spPr bwMode="auto">
          <a:xfrm>
            <a:off x="7156045" y="2121678"/>
            <a:ext cx="569293" cy="509872"/>
          </a:xfrm>
          <a:custGeom>
            <a:avLst/>
            <a:gdLst>
              <a:gd name="connsiteX0" fmla="*/ 183502 w 392873"/>
              <a:gd name="connsiteY0" fmla="*/ 259270 h 351866"/>
              <a:gd name="connsiteX1" fmla="*/ 209371 w 392873"/>
              <a:gd name="connsiteY1" fmla="*/ 259270 h 351866"/>
              <a:gd name="connsiteX2" fmla="*/ 218263 w 392873"/>
              <a:gd name="connsiteY2" fmla="*/ 267135 h 351866"/>
              <a:gd name="connsiteX3" fmla="*/ 218263 w 392873"/>
              <a:gd name="connsiteY3" fmla="*/ 279720 h 351866"/>
              <a:gd name="connsiteX4" fmla="*/ 209371 w 392873"/>
              <a:gd name="connsiteY4" fmla="*/ 288372 h 351866"/>
              <a:gd name="connsiteX5" fmla="*/ 183502 w 392873"/>
              <a:gd name="connsiteY5" fmla="*/ 288372 h 351866"/>
              <a:gd name="connsiteX6" fmla="*/ 174610 w 392873"/>
              <a:gd name="connsiteY6" fmla="*/ 279720 h 351866"/>
              <a:gd name="connsiteX7" fmla="*/ 174610 w 392873"/>
              <a:gd name="connsiteY7" fmla="*/ 267135 h 351866"/>
              <a:gd name="connsiteX8" fmla="*/ 183502 w 392873"/>
              <a:gd name="connsiteY8" fmla="*/ 259270 h 351866"/>
              <a:gd name="connsiteX9" fmla="*/ 384935 w 392873"/>
              <a:gd name="connsiteY9" fmla="*/ 222231 h 351866"/>
              <a:gd name="connsiteX10" fmla="*/ 384935 w 392873"/>
              <a:gd name="connsiteY10" fmla="*/ 330260 h 351866"/>
              <a:gd name="connsiteX11" fmla="*/ 364153 w 392873"/>
              <a:gd name="connsiteY11" fmla="*/ 351866 h 351866"/>
              <a:gd name="connsiteX12" fmla="*/ 30841 w 392873"/>
              <a:gd name="connsiteY12" fmla="*/ 351866 h 351866"/>
              <a:gd name="connsiteX13" fmla="*/ 9259 w 392873"/>
              <a:gd name="connsiteY13" fmla="*/ 330260 h 351866"/>
              <a:gd name="connsiteX14" fmla="*/ 9259 w 392873"/>
              <a:gd name="connsiteY14" fmla="*/ 223031 h 351866"/>
              <a:gd name="connsiteX15" fmla="*/ 10058 w 392873"/>
              <a:gd name="connsiteY15" fmla="*/ 223031 h 351866"/>
              <a:gd name="connsiteX16" fmla="*/ 10858 w 392873"/>
              <a:gd name="connsiteY16" fmla="*/ 223031 h 351866"/>
              <a:gd name="connsiteX17" fmla="*/ 20449 w 392873"/>
              <a:gd name="connsiteY17" fmla="*/ 227032 h 351866"/>
              <a:gd name="connsiteX18" fmla="*/ 162727 w 392873"/>
              <a:gd name="connsiteY18" fmla="*/ 255840 h 351866"/>
              <a:gd name="connsiteX19" fmla="*/ 162727 w 392873"/>
              <a:gd name="connsiteY19" fmla="*/ 272645 h 351866"/>
              <a:gd name="connsiteX20" fmla="*/ 188305 w 392873"/>
              <a:gd name="connsiteY20" fmla="*/ 299052 h 351866"/>
              <a:gd name="connsiteX21" fmla="*/ 205890 w 392873"/>
              <a:gd name="connsiteY21" fmla="*/ 299052 h 351866"/>
              <a:gd name="connsiteX22" fmla="*/ 232267 w 392873"/>
              <a:gd name="connsiteY22" fmla="*/ 272645 h 351866"/>
              <a:gd name="connsiteX23" fmla="*/ 232267 w 392873"/>
              <a:gd name="connsiteY23" fmla="*/ 255840 h 351866"/>
              <a:gd name="connsiteX24" fmla="*/ 364952 w 392873"/>
              <a:gd name="connsiteY24" fmla="*/ 230233 h 351866"/>
              <a:gd name="connsiteX25" fmla="*/ 371347 w 392873"/>
              <a:gd name="connsiteY25" fmla="*/ 227833 h 351866"/>
              <a:gd name="connsiteX26" fmla="*/ 380139 w 392873"/>
              <a:gd name="connsiteY26" fmla="*/ 224632 h 351866"/>
              <a:gd name="connsiteX27" fmla="*/ 384935 w 392873"/>
              <a:gd name="connsiteY27" fmla="*/ 222231 h 351866"/>
              <a:gd name="connsiteX28" fmla="*/ 183502 w 392873"/>
              <a:gd name="connsiteY28" fmla="*/ 216940 h 351866"/>
              <a:gd name="connsiteX29" fmla="*/ 209371 w 392873"/>
              <a:gd name="connsiteY29" fmla="*/ 216940 h 351866"/>
              <a:gd name="connsiteX30" fmla="*/ 218263 w 392873"/>
              <a:gd name="connsiteY30" fmla="*/ 224957 h 351866"/>
              <a:gd name="connsiteX31" fmla="*/ 218263 w 392873"/>
              <a:gd name="connsiteY31" fmla="*/ 235379 h 351866"/>
              <a:gd name="connsiteX32" fmla="*/ 209371 w 392873"/>
              <a:gd name="connsiteY32" fmla="*/ 243396 h 351866"/>
              <a:gd name="connsiteX33" fmla="*/ 183502 w 392873"/>
              <a:gd name="connsiteY33" fmla="*/ 243396 h 351866"/>
              <a:gd name="connsiteX34" fmla="*/ 174610 w 392873"/>
              <a:gd name="connsiteY34" fmla="*/ 235379 h 351866"/>
              <a:gd name="connsiteX35" fmla="*/ 174610 w 392873"/>
              <a:gd name="connsiteY35" fmla="*/ 224957 h 351866"/>
              <a:gd name="connsiteX36" fmla="*/ 183502 w 392873"/>
              <a:gd name="connsiteY36" fmla="*/ 216940 h 351866"/>
              <a:gd name="connsiteX37" fmla="*/ 20846 w 392873"/>
              <a:gd name="connsiteY37" fmla="*/ 79368 h 351866"/>
              <a:gd name="connsiteX38" fmla="*/ 372027 w 392873"/>
              <a:gd name="connsiteY38" fmla="*/ 79368 h 351866"/>
              <a:gd name="connsiteX39" fmla="*/ 392873 w 392873"/>
              <a:gd name="connsiteY39" fmla="*/ 100004 h 351866"/>
              <a:gd name="connsiteX40" fmla="*/ 392873 w 392873"/>
              <a:gd name="connsiteY40" fmla="*/ 192072 h 351866"/>
              <a:gd name="connsiteX41" fmla="*/ 388864 w 392873"/>
              <a:gd name="connsiteY41" fmla="*/ 198421 h 351866"/>
              <a:gd name="connsiteX42" fmla="*/ 360000 w 392873"/>
              <a:gd name="connsiteY42" fmla="*/ 209533 h 351866"/>
              <a:gd name="connsiteX43" fmla="*/ 230913 w 392873"/>
              <a:gd name="connsiteY43" fmla="*/ 234137 h 351866"/>
              <a:gd name="connsiteX44" fmla="*/ 230913 w 392873"/>
              <a:gd name="connsiteY44" fmla="*/ 221438 h 351866"/>
              <a:gd name="connsiteX45" fmla="*/ 205256 w 392873"/>
              <a:gd name="connsiteY45" fmla="*/ 201596 h 351866"/>
              <a:gd name="connsiteX46" fmla="*/ 187617 w 392873"/>
              <a:gd name="connsiteY46" fmla="*/ 201596 h 351866"/>
              <a:gd name="connsiteX47" fmla="*/ 161960 w 392873"/>
              <a:gd name="connsiteY47" fmla="*/ 218263 h 351866"/>
              <a:gd name="connsiteX48" fmla="*/ 161960 w 392873"/>
              <a:gd name="connsiteY48" fmla="*/ 234137 h 351866"/>
              <a:gd name="connsiteX49" fmla="*/ 14432 w 392873"/>
              <a:gd name="connsiteY49" fmla="*/ 202390 h 351866"/>
              <a:gd name="connsiteX50" fmla="*/ 4811 w 392873"/>
              <a:gd name="connsiteY50" fmla="*/ 198421 h 351866"/>
              <a:gd name="connsiteX51" fmla="*/ 0 w 392873"/>
              <a:gd name="connsiteY51" fmla="*/ 192072 h 351866"/>
              <a:gd name="connsiteX52" fmla="*/ 0 w 392873"/>
              <a:gd name="connsiteY52" fmla="*/ 100004 h 351866"/>
              <a:gd name="connsiteX53" fmla="*/ 20846 w 392873"/>
              <a:gd name="connsiteY53" fmla="*/ 79368 h 351866"/>
              <a:gd name="connsiteX54" fmla="*/ 156324 w 392873"/>
              <a:gd name="connsiteY54" fmla="*/ 0 h 351866"/>
              <a:gd name="connsiteX55" fmla="*/ 237872 w 392873"/>
              <a:gd name="connsiteY55" fmla="*/ 0 h 351866"/>
              <a:gd name="connsiteX56" fmla="*/ 269852 w 392873"/>
              <a:gd name="connsiteY56" fmla="*/ 32297 h 351866"/>
              <a:gd name="connsiteX57" fmla="*/ 269852 w 392873"/>
              <a:gd name="connsiteY57" fmla="*/ 58135 h 351866"/>
              <a:gd name="connsiteX58" fmla="*/ 261857 w 392873"/>
              <a:gd name="connsiteY58" fmla="*/ 62172 h 351866"/>
              <a:gd name="connsiteX59" fmla="*/ 252263 w 392873"/>
              <a:gd name="connsiteY59" fmla="*/ 62172 h 351866"/>
              <a:gd name="connsiteX60" fmla="*/ 243469 w 392873"/>
              <a:gd name="connsiteY60" fmla="*/ 58135 h 351866"/>
              <a:gd name="connsiteX61" fmla="*/ 243469 w 392873"/>
              <a:gd name="connsiteY61" fmla="*/ 32297 h 351866"/>
              <a:gd name="connsiteX62" fmla="*/ 237872 w 392873"/>
              <a:gd name="connsiteY62" fmla="*/ 26645 h 351866"/>
              <a:gd name="connsiteX63" fmla="*/ 156324 w 392873"/>
              <a:gd name="connsiteY63" fmla="*/ 26645 h 351866"/>
              <a:gd name="connsiteX64" fmla="*/ 150727 w 392873"/>
              <a:gd name="connsiteY64" fmla="*/ 32297 h 351866"/>
              <a:gd name="connsiteX65" fmla="*/ 150727 w 392873"/>
              <a:gd name="connsiteY65" fmla="*/ 58135 h 351866"/>
              <a:gd name="connsiteX66" fmla="*/ 141933 w 392873"/>
              <a:gd name="connsiteY66" fmla="*/ 62172 h 351866"/>
              <a:gd name="connsiteX67" fmla="*/ 133139 w 392873"/>
              <a:gd name="connsiteY67" fmla="*/ 62172 h 351866"/>
              <a:gd name="connsiteX68" fmla="*/ 124344 w 392873"/>
              <a:gd name="connsiteY68" fmla="*/ 57327 h 351866"/>
              <a:gd name="connsiteX69" fmla="*/ 124344 w 392873"/>
              <a:gd name="connsiteY69" fmla="*/ 32297 h 351866"/>
              <a:gd name="connsiteX70" fmla="*/ 156324 w 392873"/>
              <a:gd name="connsiteY70" fmla="*/ 0 h 35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392873" h="351866">
                <a:moveTo>
                  <a:pt x="183502" y="259270"/>
                </a:moveTo>
                <a:cubicBezTo>
                  <a:pt x="183502" y="259270"/>
                  <a:pt x="183502" y="259270"/>
                  <a:pt x="209371" y="259270"/>
                </a:cubicBezTo>
                <a:cubicBezTo>
                  <a:pt x="214221" y="259270"/>
                  <a:pt x="218263" y="262416"/>
                  <a:pt x="218263" y="267135"/>
                </a:cubicBezTo>
                <a:cubicBezTo>
                  <a:pt x="218263" y="267135"/>
                  <a:pt x="218263" y="267135"/>
                  <a:pt x="218263" y="279720"/>
                </a:cubicBezTo>
                <a:cubicBezTo>
                  <a:pt x="218263" y="284439"/>
                  <a:pt x="214221" y="288372"/>
                  <a:pt x="209371" y="288372"/>
                </a:cubicBezTo>
                <a:cubicBezTo>
                  <a:pt x="209371" y="288372"/>
                  <a:pt x="209371" y="288372"/>
                  <a:pt x="183502" y="288372"/>
                </a:cubicBezTo>
                <a:cubicBezTo>
                  <a:pt x="178652" y="288372"/>
                  <a:pt x="174610" y="284439"/>
                  <a:pt x="174610" y="279720"/>
                </a:cubicBezTo>
                <a:lnTo>
                  <a:pt x="174610" y="267135"/>
                </a:lnTo>
                <a:cubicBezTo>
                  <a:pt x="174610" y="262416"/>
                  <a:pt x="178652" y="259270"/>
                  <a:pt x="183502" y="259270"/>
                </a:cubicBezTo>
                <a:close/>
                <a:moveTo>
                  <a:pt x="384935" y="222231"/>
                </a:moveTo>
                <a:cubicBezTo>
                  <a:pt x="384935" y="222231"/>
                  <a:pt x="384935" y="222231"/>
                  <a:pt x="384935" y="330260"/>
                </a:cubicBezTo>
                <a:cubicBezTo>
                  <a:pt x="384935" y="342263"/>
                  <a:pt x="375343" y="351866"/>
                  <a:pt x="364153" y="351866"/>
                </a:cubicBezTo>
                <a:cubicBezTo>
                  <a:pt x="364153" y="351866"/>
                  <a:pt x="364153" y="351866"/>
                  <a:pt x="30841" y="351866"/>
                </a:cubicBezTo>
                <a:cubicBezTo>
                  <a:pt x="18851" y="351866"/>
                  <a:pt x="9259" y="342263"/>
                  <a:pt x="9259" y="330260"/>
                </a:cubicBezTo>
                <a:cubicBezTo>
                  <a:pt x="9259" y="330260"/>
                  <a:pt x="9259" y="330260"/>
                  <a:pt x="9259" y="223031"/>
                </a:cubicBezTo>
                <a:cubicBezTo>
                  <a:pt x="10058" y="223031"/>
                  <a:pt x="10058" y="223031"/>
                  <a:pt x="10058" y="223031"/>
                </a:cubicBezTo>
                <a:cubicBezTo>
                  <a:pt x="10058" y="223031"/>
                  <a:pt x="10058" y="223031"/>
                  <a:pt x="10858" y="223031"/>
                </a:cubicBezTo>
                <a:cubicBezTo>
                  <a:pt x="16453" y="225432"/>
                  <a:pt x="18851" y="226232"/>
                  <a:pt x="20449" y="227032"/>
                </a:cubicBezTo>
                <a:cubicBezTo>
                  <a:pt x="64412" y="243037"/>
                  <a:pt x="112370" y="252639"/>
                  <a:pt x="162727" y="255840"/>
                </a:cubicBezTo>
                <a:cubicBezTo>
                  <a:pt x="162727" y="255840"/>
                  <a:pt x="162727" y="255840"/>
                  <a:pt x="162727" y="272645"/>
                </a:cubicBezTo>
                <a:cubicBezTo>
                  <a:pt x="162727" y="287049"/>
                  <a:pt x="173917" y="299052"/>
                  <a:pt x="188305" y="299052"/>
                </a:cubicBezTo>
                <a:cubicBezTo>
                  <a:pt x="188305" y="299052"/>
                  <a:pt x="188305" y="299052"/>
                  <a:pt x="205890" y="299052"/>
                </a:cubicBezTo>
                <a:cubicBezTo>
                  <a:pt x="220277" y="299052"/>
                  <a:pt x="232267" y="287049"/>
                  <a:pt x="232267" y="272645"/>
                </a:cubicBezTo>
                <a:cubicBezTo>
                  <a:pt x="232267" y="272645"/>
                  <a:pt x="232267" y="272645"/>
                  <a:pt x="232267" y="255840"/>
                </a:cubicBezTo>
                <a:cubicBezTo>
                  <a:pt x="278627" y="253439"/>
                  <a:pt x="323388" y="244637"/>
                  <a:pt x="364952" y="230233"/>
                </a:cubicBezTo>
                <a:cubicBezTo>
                  <a:pt x="366551" y="229433"/>
                  <a:pt x="368949" y="228633"/>
                  <a:pt x="371347" y="227833"/>
                </a:cubicBezTo>
                <a:lnTo>
                  <a:pt x="380139" y="224632"/>
                </a:lnTo>
                <a:cubicBezTo>
                  <a:pt x="382537" y="223831"/>
                  <a:pt x="384136" y="223031"/>
                  <a:pt x="384935" y="222231"/>
                </a:cubicBezTo>
                <a:close/>
                <a:moveTo>
                  <a:pt x="183502" y="216940"/>
                </a:moveTo>
                <a:cubicBezTo>
                  <a:pt x="183502" y="216940"/>
                  <a:pt x="183502" y="216940"/>
                  <a:pt x="209371" y="216940"/>
                </a:cubicBezTo>
                <a:cubicBezTo>
                  <a:pt x="214221" y="216940"/>
                  <a:pt x="218263" y="220949"/>
                  <a:pt x="218263" y="224957"/>
                </a:cubicBezTo>
                <a:cubicBezTo>
                  <a:pt x="218263" y="224957"/>
                  <a:pt x="218263" y="224957"/>
                  <a:pt x="218263" y="235379"/>
                </a:cubicBezTo>
                <a:cubicBezTo>
                  <a:pt x="218263" y="239388"/>
                  <a:pt x="214221" y="243396"/>
                  <a:pt x="209371" y="243396"/>
                </a:cubicBezTo>
                <a:cubicBezTo>
                  <a:pt x="209371" y="243396"/>
                  <a:pt x="209371" y="243396"/>
                  <a:pt x="183502" y="243396"/>
                </a:cubicBezTo>
                <a:cubicBezTo>
                  <a:pt x="178652" y="243396"/>
                  <a:pt x="174610" y="239388"/>
                  <a:pt x="174610" y="235379"/>
                </a:cubicBezTo>
                <a:cubicBezTo>
                  <a:pt x="174610" y="235379"/>
                  <a:pt x="174610" y="235379"/>
                  <a:pt x="174610" y="224957"/>
                </a:cubicBezTo>
                <a:cubicBezTo>
                  <a:pt x="174610" y="220949"/>
                  <a:pt x="178652" y="216940"/>
                  <a:pt x="183502" y="216940"/>
                </a:cubicBezTo>
                <a:close/>
                <a:moveTo>
                  <a:pt x="20846" y="79368"/>
                </a:moveTo>
                <a:cubicBezTo>
                  <a:pt x="20846" y="79368"/>
                  <a:pt x="20846" y="79368"/>
                  <a:pt x="372027" y="79368"/>
                </a:cubicBezTo>
                <a:cubicBezTo>
                  <a:pt x="383252" y="79368"/>
                  <a:pt x="392873" y="88099"/>
                  <a:pt x="392873" y="100004"/>
                </a:cubicBezTo>
                <a:cubicBezTo>
                  <a:pt x="392873" y="100004"/>
                  <a:pt x="392873" y="100004"/>
                  <a:pt x="392873" y="192072"/>
                </a:cubicBezTo>
                <a:cubicBezTo>
                  <a:pt x="392873" y="193659"/>
                  <a:pt x="390468" y="196834"/>
                  <a:pt x="388864" y="198421"/>
                </a:cubicBezTo>
                <a:cubicBezTo>
                  <a:pt x="388864" y="198421"/>
                  <a:pt x="372829" y="204771"/>
                  <a:pt x="360000" y="209533"/>
                </a:cubicBezTo>
                <a:cubicBezTo>
                  <a:pt x="319911" y="223025"/>
                  <a:pt x="276615" y="230962"/>
                  <a:pt x="230913" y="234137"/>
                </a:cubicBezTo>
                <a:cubicBezTo>
                  <a:pt x="230913" y="234137"/>
                  <a:pt x="230913" y="234137"/>
                  <a:pt x="230913" y="221438"/>
                </a:cubicBezTo>
                <a:cubicBezTo>
                  <a:pt x="231715" y="209533"/>
                  <a:pt x="217283" y="201596"/>
                  <a:pt x="205256" y="201596"/>
                </a:cubicBezTo>
                <a:cubicBezTo>
                  <a:pt x="205256" y="201596"/>
                  <a:pt x="205256" y="201596"/>
                  <a:pt x="187617" y="201596"/>
                </a:cubicBezTo>
                <a:cubicBezTo>
                  <a:pt x="177194" y="201596"/>
                  <a:pt x="161960" y="208739"/>
                  <a:pt x="161960" y="218263"/>
                </a:cubicBezTo>
                <a:cubicBezTo>
                  <a:pt x="161960" y="218263"/>
                  <a:pt x="161960" y="218263"/>
                  <a:pt x="161960" y="234137"/>
                </a:cubicBezTo>
                <a:cubicBezTo>
                  <a:pt x="109844" y="230962"/>
                  <a:pt x="59332" y="219851"/>
                  <a:pt x="14432" y="202390"/>
                </a:cubicBezTo>
                <a:cubicBezTo>
                  <a:pt x="8018" y="200008"/>
                  <a:pt x="4811" y="198421"/>
                  <a:pt x="4811" y="198421"/>
                </a:cubicBezTo>
                <a:cubicBezTo>
                  <a:pt x="2405" y="197627"/>
                  <a:pt x="0" y="193659"/>
                  <a:pt x="0" y="192072"/>
                </a:cubicBezTo>
                <a:cubicBezTo>
                  <a:pt x="0" y="192072"/>
                  <a:pt x="0" y="192072"/>
                  <a:pt x="0" y="100004"/>
                </a:cubicBezTo>
                <a:cubicBezTo>
                  <a:pt x="0" y="88099"/>
                  <a:pt x="9622" y="79368"/>
                  <a:pt x="20846" y="79368"/>
                </a:cubicBezTo>
                <a:close/>
                <a:moveTo>
                  <a:pt x="156324" y="0"/>
                </a:moveTo>
                <a:cubicBezTo>
                  <a:pt x="156324" y="0"/>
                  <a:pt x="156324" y="0"/>
                  <a:pt x="237872" y="0"/>
                </a:cubicBezTo>
                <a:cubicBezTo>
                  <a:pt x="256261" y="0"/>
                  <a:pt x="269852" y="14534"/>
                  <a:pt x="269852" y="32297"/>
                </a:cubicBezTo>
                <a:cubicBezTo>
                  <a:pt x="269852" y="32297"/>
                  <a:pt x="269852" y="32297"/>
                  <a:pt x="269852" y="58135"/>
                </a:cubicBezTo>
                <a:cubicBezTo>
                  <a:pt x="269852" y="60557"/>
                  <a:pt x="266654" y="62172"/>
                  <a:pt x="261857" y="62172"/>
                </a:cubicBezTo>
                <a:cubicBezTo>
                  <a:pt x="261857" y="62172"/>
                  <a:pt x="261857" y="62172"/>
                  <a:pt x="252263" y="62172"/>
                </a:cubicBezTo>
                <a:cubicBezTo>
                  <a:pt x="247466" y="62172"/>
                  <a:pt x="243469" y="60557"/>
                  <a:pt x="243469" y="58135"/>
                </a:cubicBezTo>
                <a:cubicBezTo>
                  <a:pt x="243469" y="58135"/>
                  <a:pt x="243469" y="58135"/>
                  <a:pt x="243469" y="32297"/>
                </a:cubicBezTo>
                <a:cubicBezTo>
                  <a:pt x="243469" y="29067"/>
                  <a:pt x="241070" y="26645"/>
                  <a:pt x="237872" y="26645"/>
                </a:cubicBezTo>
                <a:cubicBezTo>
                  <a:pt x="237872" y="26645"/>
                  <a:pt x="237872" y="26645"/>
                  <a:pt x="156324" y="26645"/>
                </a:cubicBezTo>
                <a:cubicBezTo>
                  <a:pt x="153126" y="26645"/>
                  <a:pt x="150727" y="29067"/>
                  <a:pt x="150727" y="32297"/>
                </a:cubicBezTo>
                <a:cubicBezTo>
                  <a:pt x="150727" y="32297"/>
                  <a:pt x="150727" y="32297"/>
                  <a:pt x="150727" y="58135"/>
                </a:cubicBezTo>
                <a:cubicBezTo>
                  <a:pt x="150727" y="60557"/>
                  <a:pt x="146730" y="62172"/>
                  <a:pt x="141933" y="62172"/>
                </a:cubicBezTo>
                <a:cubicBezTo>
                  <a:pt x="141933" y="62172"/>
                  <a:pt x="141933" y="62172"/>
                  <a:pt x="133139" y="62172"/>
                </a:cubicBezTo>
                <a:cubicBezTo>
                  <a:pt x="128342" y="62172"/>
                  <a:pt x="124344" y="59750"/>
                  <a:pt x="124344" y="57327"/>
                </a:cubicBezTo>
                <a:cubicBezTo>
                  <a:pt x="124344" y="57327"/>
                  <a:pt x="124344" y="57327"/>
                  <a:pt x="124344" y="32297"/>
                </a:cubicBezTo>
                <a:cubicBezTo>
                  <a:pt x="124344" y="14534"/>
                  <a:pt x="138735" y="0"/>
                  <a:pt x="15632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8" name="任意多边形 27"/>
          <p:cNvSpPr/>
          <p:nvPr/>
        </p:nvSpPr>
        <p:spPr bwMode="auto">
          <a:xfrm>
            <a:off x="4462996" y="2149873"/>
            <a:ext cx="494539" cy="509874"/>
          </a:xfrm>
          <a:custGeom>
            <a:avLst/>
            <a:gdLst>
              <a:gd name="connsiteX0" fmla="*/ 56821 w 341284"/>
              <a:gd name="connsiteY0" fmla="*/ 97888 h 351866"/>
              <a:gd name="connsiteX1" fmla="*/ 140053 w 341284"/>
              <a:gd name="connsiteY1" fmla="*/ 97888 h 351866"/>
              <a:gd name="connsiteX2" fmla="*/ 140053 w 341284"/>
              <a:gd name="connsiteY2" fmla="*/ 253361 h 351866"/>
              <a:gd name="connsiteX3" fmla="*/ 96036 w 341284"/>
              <a:gd name="connsiteY3" fmla="*/ 253361 h 351866"/>
              <a:gd name="connsiteX4" fmla="*/ 160060 w 341284"/>
              <a:gd name="connsiteY4" fmla="*/ 317474 h 351866"/>
              <a:gd name="connsiteX5" fmla="*/ 97637 w 341284"/>
              <a:gd name="connsiteY5" fmla="*/ 317474 h 351866"/>
              <a:gd name="connsiteX6" fmla="*/ 13605 w 341284"/>
              <a:gd name="connsiteY6" fmla="*/ 233326 h 351866"/>
              <a:gd name="connsiteX7" fmla="*/ 0 w 341284"/>
              <a:gd name="connsiteY7" fmla="*/ 195660 h 351866"/>
              <a:gd name="connsiteX8" fmla="*/ 0 w 341284"/>
              <a:gd name="connsiteY8" fmla="*/ 155589 h 351866"/>
              <a:gd name="connsiteX9" fmla="*/ 56821 w 341284"/>
              <a:gd name="connsiteY9" fmla="*/ 97888 h 351866"/>
              <a:gd name="connsiteX10" fmla="*/ 333257 w 341284"/>
              <a:gd name="connsiteY10" fmla="*/ 0 h 351866"/>
              <a:gd name="connsiteX11" fmla="*/ 341284 w 341284"/>
              <a:gd name="connsiteY11" fmla="*/ 7197 h 351866"/>
              <a:gd name="connsiteX12" fmla="*/ 341284 w 341284"/>
              <a:gd name="connsiteY12" fmla="*/ 114357 h 351866"/>
              <a:gd name="connsiteX13" fmla="*/ 341284 w 341284"/>
              <a:gd name="connsiteY13" fmla="*/ 237510 h 351866"/>
              <a:gd name="connsiteX14" fmla="*/ 341284 w 341284"/>
              <a:gd name="connsiteY14" fmla="*/ 344669 h 351866"/>
              <a:gd name="connsiteX15" fmla="*/ 333257 w 341284"/>
              <a:gd name="connsiteY15" fmla="*/ 351866 h 351866"/>
              <a:gd name="connsiteX16" fmla="*/ 324427 w 341284"/>
              <a:gd name="connsiteY16" fmla="*/ 349467 h 351866"/>
              <a:gd name="connsiteX17" fmla="*/ 170303 w 341284"/>
              <a:gd name="connsiteY17" fmla="*/ 263100 h 351866"/>
              <a:gd name="connsiteX18" fmla="*/ 153446 w 341284"/>
              <a:gd name="connsiteY18" fmla="*/ 240708 h 351866"/>
              <a:gd name="connsiteX19" fmla="*/ 153446 w 341284"/>
              <a:gd name="connsiteY19" fmla="*/ 211120 h 351866"/>
              <a:gd name="connsiteX20" fmla="*/ 153446 w 341284"/>
              <a:gd name="connsiteY20" fmla="*/ 140746 h 351866"/>
              <a:gd name="connsiteX21" fmla="*/ 153446 w 341284"/>
              <a:gd name="connsiteY21" fmla="*/ 111158 h 351866"/>
              <a:gd name="connsiteX22" fmla="*/ 170303 w 341284"/>
              <a:gd name="connsiteY22" fmla="*/ 88766 h 351866"/>
              <a:gd name="connsiteX23" fmla="*/ 324427 w 341284"/>
              <a:gd name="connsiteY23" fmla="*/ 2399 h 351866"/>
              <a:gd name="connsiteX24" fmla="*/ 333257 w 341284"/>
              <a:gd name="connsiteY24" fmla="*/ 0 h 35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41284" h="351866">
                <a:moveTo>
                  <a:pt x="56821" y="97888"/>
                </a:moveTo>
                <a:cubicBezTo>
                  <a:pt x="56821" y="97888"/>
                  <a:pt x="56821" y="97888"/>
                  <a:pt x="140053" y="97888"/>
                </a:cubicBezTo>
                <a:cubicBezTo>
                  <a:pt x="140053" y="97888"/>
                  <a:pt x="140053" y="97888"/>
                  <a:pt x="140053" y="253361"/>
                </a:cubicBezTo>
                <a:cubicBezTo>
                  <a:pt x="140053" y="253361"/>
                  <a:pt x="119245" y="253361"/>
                  <a:pt x="96036" y="253361"/>
                </a:cubicBezTo>
                <a:cubicBezTo>
                  <a:pt x="96036" y="253361"/>
                  <a:pt x="96036" y="253361"/>
                  <a:pt x="160060" y="317474"/>
                </a:cubicBezTo>
                <a:cubicBezTo>
                  <a:pt x="160060" y="317474"/>
                  <a:pt x="160060" y="317474"/>
                  <a:pt x="97637" y="317474"/>
                </a:cubicBezTo>
                <a:cubicBezTo>
                  <a:pt x="97637" y="317474"/>
                  <a:pt x="97637" y="317474"/>
                  <a:pt x="13605" y="233326"/>
                </a:cubicBezTo>
                <a:cubicBezTo>
                  <a:pt x="4802" y="222908"/>
                  <a:pt x="0" y="210085"/>
                  <a:pt x="0" y="195660"/>
                </a:cubicBezTo>
                <a:cubicBezTo>
                  <a:pt x="0" y="195660"/>
                  <a:pt x="0" y="195660"/>
                  <a:pt x="0" y="155589"/>
                </a:cubicBezTo>
                <a:cubicBezTo>
                  <a:pt x="0" y="123533"/>
                  <a:pt x="25610" y="97888"/>
                  <a:pt x="56821" y="97888"/>
                </a:cubicBezTo>
                <a:close/>
                <a:moveTo>
                  <a:pt x="333257" y="0"/>
                </a:moveTo>
                <a:cubicBezTo>
                  <a:pt x="338073" y="0"/>
                  <a:pt x="341284" y="2399"/>
                  <a:pt x="341284" y="7197"/>
                </a:cubicBezTo>
                <a:cubicBezTo>
                  <a:pt x="341284" y="7197"/>
                  <a:pt x="341284" y="7197"/>
                  <a:pt x="341284" y="114357"/>
                </a:cubicBezTo>
                <a:cubicBezTo>
                  <a:pt x="341284" y="114357"/>
                  <a:pt x="341284" y="114357"/>
                  <a:pt x="341284" y="237510"/>
                </a:cubicBezTo>
                <a:cubicBezTo>
                  <a:pt x="341284" y="237510"/>
                  <a:pt x="341284" y="237510"/>
                  <a:pt x="341284" y="344669"/>
                </a:cubicBezTo>
                <a:cubicBezTo>
                  <a:pt x="341284" y="349467"/>
                  <a:pt x="338073" y="351866"/>
                  <a:pt x="333257" y="351866"/>
                </a:cubicBezTo>
                <a:cubicBezTo>
                  <a:pt x="330849" y="351866"/>
                  <a:pt x="327638" y="351066"/>
                  <a:pt x="324427" y="349467"/>
                </a:cubicBezTo>
                <a:cubicBezTo>
                  <a:pt x="324427" y="349467"/>
                  <a:pt x="324427" y="349467"/>
                  <a:pt x="170303" y="263100"/>
                </a:cubicBezTo>
                <a:cubicBezTo>
                  <a:pt x="161473" y="258302"/>
                  <a:pt x="153446" y="247906"/>
                  <a:pt x="153446" y="240708"/>
                </a:cubicBezTo>
                <a:cubicBezTo>
                  <a:pt x="153446" y="240708"/>
                  <a:pt x="153446" y="240708"/>
                  <a:pt x="153446" y="211120"/>
                </a:cubicBezTo>
                <a:cubicBezTo>
                  <a:pt x="153446" y="211120"/>
                  <a:pt x="153446" y="211120"/>
                  <a:pt x="153446" y="140746"/>
                </a:cubicBezTo>
                <a:cubicBezTo>
                  <a:pt x="153446" y="140746"/>
                  <a:pt x="153446" y="140746"/>
                  <a:pt x="153446" y="111158"/>
                </a:cubicBezTo>
                <a:cubicBezTo>
                  <a:pt x="153446" y="103960"/>
                  <a:pt x="161473" y="93564"/>
                  <a:pt x="170303" y="88766"/>
                </a:cubicBezTo>
                <a:cubicBezTo>
                  <a:pt x="170303" y="88766"/>
                  <a:pt x="170303" y="88766"/>
                  <a:pt x="324427" y="2399"/>
                </a:cubicBezTo>
                <a:cubicBezTo>
                  <a:pt x="327638" y="800"/>
                  <a:pt x="330849" y="0"/>
                  <a:pt x="3332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9" name="任意多边形 28"/>
          <p:cNvSpPr/>
          <p:nvPr/>
        </p:nvSpPr>
        <p:spPr bwMode="auto">
          <a:xfrm>
            <a:off x="9909213" y="2101154"/>
            <a:ext cx="364521" cy="550920"/>
          </a:xfrm>
          <a:custGeom>
            <a:avLst/>
            <a:gdLst>
              <a:gd name="connsiteX0" fmla="*/ 24048 w 232814"/>
              <a:gd name="connsiteY0" fmla="*/ 312182 h 351866"/>
              <a:gd name="connsiteX1" fmla="*/ 208768 w 232814"/>
              <a:gd name="connsiteY1" fmla="*/ 312182 h 351866"/>
              <a:gd name="connsiteX2" fmla="*/ 228846 w 232814"/>
              <a:gd name="connsiteY2" fmla="*/ 332024 h 351866"/>
              <a:gd name="connsiteX3" fmla="*/ 208768 w 232814"/>
              <a:gd name="connsiteY3" fmla="*/ 351866 h 351866"/>
              <a:gd name="connsiteX4" fmla="*/ 24048 w 232814"/>
              <a:gd name="connsiteY4" fmla="*/ 351866 h 351866"/>
              <a:gd name="connsiteX5" fmla="*/ 3969 w 232814"/>
              <a:gd name="connsiteY5" fmla="*/ 332024 h 351866"/>
              <a:gd name="connsiteX6" fmla="*/ 24048 w 232814"/>
              <a:gd name="connsiteY6" fmla="*/ 312182 h 351866"/>
              <a:gd name="connsiteX7" fmla="*/ 96337 w 232814"/>
              <a:gd name="connsiteY7" fmla="*/ 0 h 351866"/>
              <a:gd name="connsiteX8" fmla="*/ 97140 w 232814"/>
              <a:gd name="connsiteY8" fmla="*/ 0 h 351866"/>
              <a:gd name="connsiteX9" fmla="*/ 107576 w 232814"/>
              <a:gd name="connsiteY9" fmla="*/ 0 h 351866"/>
              <a:gd name="connsiteX10" fmla="*/ 107576 w 232814"/>
              <a:gd name="connsiteY10" fmla="*/ 47965 h 351866"/>
              <a:gd name="connsiteX11" fmla="*/ 107576 w 232814"/>
              <a:gd name="connsiteY11" fmla="*/ 227035 h 351866"/>
              <a:gd name="connsiteX12" fmla="*/ 116407 w 232814"/>
              <a:gd name="connsiteY12" fmla="*/ 235030 h 351866"/>
              <a:gd name="connsiteX13" fmla="*/ 125238 w 232814"/>
              <a:gd name="connsiteY13" fmla="*/ 227035 h 351866"/>
              <a:gd name="connsiteX14" fmla="*/ 125238 w 232814"/>
              <a:gd name="connsiteY14" fmla="*/ 47965 h 351866"/>
              <a:gd name="connsiteX15" fmla="*/ 125238 w 232814"/>
              <a:gd name="connsiteY15" fmla="*/ 0 h 351866"/>
              <a:gd name="connsiteX16" fmla="*/ 135675 w 232814"/>
              <a:gd name="connsiteY16" fmla="*/ 0 h 351866"/>
              <a:gd name="connsiteX17" fmla="*/ 136477 w 232814"/>
              <a:gd name="connsiteY17" fmla="*/ 0 h 351866"/>
              <a:gd name="connsiteX18" fmla="*/ 157350 w 232814"/>
              <a:gd name="connsiteY18" fmla="*/ 23983 h 351866"/>
              <a:gd name="connsiteX19" fmla="*/ 140491 w 232814"/>
              <a:gd name="connsiteY19" fmla="*/ 47166 h 351866"/>
              <a:gd name="connsiteX20" fmla="*/ 232814 w 232814"/>
              <a:gd name="connsiteY20" fmla="*/ 212646 h 351866"/>
              <a:gd name="connsiteX21" fmla="*/ 211941 w 232814"/>
              <a:gd name="connsiteY21" fmla="*/ 294986 h 351866"/>
              <a:gd name="connsiteX22" fmla="*/ 125238 w 232814"/>
              <a:gd name="connsiteY22" fmla="*/ 294986 h 351866"/>
              <a:gd name="connsiteX23" fmla="*/ 125238 w 232814"/>
              <a:gd name="connsiteY23" fmla="*/ 294187 h 351866"/>
              <a:gd name="connsiteX24" fmla="*/ 107576 w 232814"/>
              <a:gd name="connsiteY24" fmla="*/ 294187 h 351866"/>
              <a:gd name="connsiteX25" fmla="*/ 107576 w 232814"/>
              <a:gd name="connsiteY25" fmla="*/ 294986 h 351866"/>
              <a:gd name="connsiteX26" fmla="*/ 20873 w 232814"/>
              <a:gd name="connsiteY26" fmla="*/ 294986 h 351866"/>
              <a:gd name="connsiteX27" fmla="*/ 0 w 232814"/>
              <a:gd name="connsiteY27" fmla="*/ 212646 h 351866"/>
              <a:gd name="connsiteX28" fmla="*/ 92323 w 232814"/>
              <a:gd name="connsiteY28" fmla="*/ 47166 h 351866"/>
              <a:gd name="connsiteX29" fmla="*/ 75464 w 232814"/>
              <a:gd name="connsiteY29" fmla="*/ 23983 h 351866"/>
              <a:gd name="connsiteX30" fmla="*/ 96337 w 232814"/>
              <a:gd name="connsiteY30" fmla="*/ 0 h 35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32814" h="351866">
                <a:moveTo>
                  <a:pt x="24048" y="312182"/>
                </a:moveTo>
                <a:cubicBezTo>
                  <a:pt x="24048" y="312182"/>
                  <a:pt x="24048" y="312182"/>
                  <a:pt x="208768" y="312182"/>
                </a:cubicBezTo>
                <a:cubicBezTo>
                  <a:pt x="220012" y="312182"/>
                  <a:pt x="228846" y="320913"/>
                  <a:pt x="228846" y="332024"/>
                </a:cubicBezTo>
                <a:cubicBezTo>
                  <a:pt x="228846" y="343136"/>
                  <a:pt x="220012" y="351866"/>
                  <a:pt x="208768" y="351866"/>
                </a:cubicBezTo>
                <a:cubicBezTo>
                  <a:pt x="208768" y="351866"/>
                  <a:pt x="208768" y="351866"/>
                  <a:pt x="24048" y="351866"/>
                </a:cubicBezTo>
                <a:cubicBezTo>
                  <a:pt x="12804" y="351866"/>
                  <a:pt x="3969" y="343136"/>
                  <a:pt x="3969" y="332024"/>
                </a:cubicBezTo>
                <a:cubicBezTo>
                  <a:pt x="3969" y="320913"/>
                  <a:pt x="12804" y="312182"/>
                  <a:pt x="24048" y="312182"/>
                </a:cubicBezTo>
                <a:close/>
                <a:moveTo>
                  <a:pt x="96337" y="0"/>
                </a:moveTo>
                <a:cubicBezTo>
                  <a:pt x="96337" y="0"/>
                  <a:pt x="96337" y="0"/>
                  <a:pt x="97140" y="0"/>
                </a:cubicBezTo>
                <a:cubicBezTo>
                  <a:pt x="97140" y="0"/>
                  <a:pt x="97140" y="0"/>
                  <a:pt x="107576" y="0"/>
                </a:cubicBezTo>
                <a:cubicBezTo>
                  <a:pt x="107576" y="0"/>
                  <a:pt x="107576" y="0"/>
                  <a:pt x="107576" y="47965"/>
                </a:cubicBezTo>
                <a:cubicBezTo>
                  <a:pt x="107576" y="47965"/>
                  <a:pt x="107576" y="47965"/>
                  <a:pt x="107576" y="227035"/>
                </a:cubicBezTo>
                <a:cubicBezTo>
                  <a:pt x="109985" y="231832"/>
                  <a:pt x="113196" y="235030"/>
                  <a:pt x="116407" y="235030"/>
                </a:cubicBezTo>
                <a:cubicBezTo>
                  <a:pt x="119618" y="235030"/>
                  <a:pt x="122830" y="231832"/>
                  <a:pt x="125238" y="227035"/>
                </a:cubicBezTo>
                <a:cubicBezTo>
                  <a:pt x="125238" y="227035"/>
                  <a:pt x="125238" y="227035"/>
                  <a:pt x="125238" y="47965"/>
                </a:cubicBezTo>
                <a:cubicBezTo>
                  <a:pt x="125238" y="47965"/>
                  <a:pt x="125238" y="47965"/>
                  <a:pt x="125238" y="0"/>
                </a:cubicBezTo>
                <a:cubicBezTo>
                  <a:pt x="125238" y="0"/>
                  <a:pt x="125238" y="0"/>
                  <a:pt x="135675" y="0"/>
                </a:cubicBezTo>
                <a:cubicBezTo>
                  <a:pt x="135675" y="0"/>
                  <a:pt x="135675" y="0"/>
                  <a:pt x="136477" y="0"/>
                </a:cubicBezTo>
                <a:cubicBezTo>
                  <a:pt x="147717" y="0"/>
                  <a:pt x="157350" y="10393"/>
                  <a:pt x="157350" y="23983"/>
                </a:cubicBezTo>
                <a:cubicBezTo>
                  <a:pt x="157350" y="35175"/>
                  <a:pt x="150125" y="44768"/>
                  <a:pt x="140491" y="47166"/>
                </a:cubicBezTo>
                <a:cubicBezTo>
                  <a:pt x="159759" y="143096"/>
                  <a:pt x="232814" y="195858"/>
                  <a:pt x="232814" y="212646"/>
                </a:cubicBezTo>
                <a:cubicBezTo>
                  <a:pt x="232814" y="231832"/>
                  <a:pt x="211941" y="294986"/>
                  <a:pt x="211941" y="294986"/>
                </a:cubicBezTo>
                <a:cubicBezTo>
                  <a:pt x="211941" y="294986"/>
                  <a:pt x="211941" y="294986"/>
                  <a:pt x="125238" y="294986"/>
                </a:cubicBezTo>
                <a:cubicBezTo>
                  <a:pt x="125238" y="294986"/>
                  <a:pt x="125238" y="294986"/>
                  <a:pt x="125238" y="294187"/>
                </a:cubicBezTo>
                <a:cubicBezTo>
                  <a:pt x="125238" y="294187"/>
                  <a:pt x="125238" y="294187"/>
                  <a:pt x="107576" y="294187"/>
                </a:cubicBezTo>
                <a:cubicBezTo>
                  <a:pt x="107576" y="294187"/>
                  <a:pt x="107576" y="294187"/>
                  <a:pt x="107576" y="294986"/>
                </a:cubicBezTo>
                <a:cubicBezTo>
                  <a:pt x="107576" y="294986"/>
                  <a:pt x="107576" y="294986"/>
                  <a:pt x="20873" y="294986"/>
                </a:cubicBezTo>
                <a:cubicBezTo>
                  <a:pt x="20873" y="294986"/>
                  <a:pt x="0" y="231832"/>
                  <a:pt x="0" y="212646"/>
                </a:cubicBezTo>
                <a:cubicBezTo>
                  <a:pt x="0" y="195858"/>
                  <a:pt x="73056" y="143096"/>
                  <a:pt x="92323" y="47166"/>
                </a:cubicBezTo>
                <a:cubicBezTo>
                  <a:pt x="82689" y="44768"/>
                  <a:pt x="75464" y="35175"/>
                  <a:pt x="75464" y="23983"/>
                </a:cubicBezTo>
                <a:cubicBezTo>
                  <a:pt x="75464" y="10393"/>
                  <a:pt x="85098" y="0"/>
                  <a:pt x="963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1137" y="5325937"/>
            <a:ext cx="4608975" cy="15363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17"/>
            <a:ext cx="3359187" cy="671837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374" y="0"/>
            <a:ext cx="7681626" cy="6858594"/>
          </a:xfrm>
          <a:prstGeom prst="rect">
            <a:avLst/>
          </a:prstGeom>
        </p:spPr>
      </p:pic>
      <p:sp>
        <p:nvSpPr>
          <p:cNvPr id="15" name="文本框 2"/>
          <p:cNvSpPr txBox="1"/>
          <p:nvPr>
            <p:custDataLst>
              <p:tags r:id="rId4"/>
            </p:custDataLst>
          </p:nvPr>
        </p:nvSpPr>
        <p:spPr>
          <a:xfrm rot="5400000">
            <a:off x="8891561" y="2689590"/>
            <a:ext cx="5651441" cy="144655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lvl="0" algn="dist">
              <a:lnSpc>
                <a:spcPct val="100000"/>
              </a:lnSpc>
              <a:defRPr/>
            </a:pPr>
            <a:r>
              <a:rPr lang="en-US" sz="8800" b="0" noProof="0" dirty="0" smtClean="0">
                <a:ln>
                  <a:solidFill>
                    <a:srgbClr val="286674"/>
                  </a:solidFill>
                </a:ln>
                <a:noFill/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PART.01</a:t>
            </a:r>
            <a:endParaRPr kumimoji="0" lang="en-US" sz="8800" b="0" i="0" u="none" strike="noStrike" kern="1200" cap="none" spc="0" normalizeH="0" baseline="0" noProof="0" dirty="0">
              <a:ln>
                <a:solidFill>
                  <a:srgbClr val="286674"/>
                </a:solidFill>
              </a:ln>
              <a:noFill/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7" name="文本框 2"/>
          <p:cNvSpPr txBox="1"/>
          <p:nvPr>
            <p:custDataLst>
              <p:tags r:id="rId5"/>
            </p:custDataLst>
          </p:nvPr>
        </p:nvSpPr>
        <p:spPr>
          <a:xfrm>
            <a:off x="1068180" y="4501937"/>
            <a:ext cx="1828185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lvl="0" algn="ctr">
              <a:lnSpc>
                <a:spcPct val="100000"/>
              </a:lnSpc>
              <a:defRPr/>
            </a:pPr>
            <a:r>
              <a:rPr lang="zh-CN" altLang="en-US" sz="1800" b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汇报人：稻小壳</a:t>
            </a:r>
            <a:endParaRPr lang="en-US" altLang="zh-CN" sz="1800" b="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8" name="文本框 2"/>
          <p:cNvSpPr txBox="1"/>
          <p:nvPr>
            <p:custDataLst>
              <p:tags r:id="rId6"/>
            </p:custDataLst>
          </p:nvPr>
        </p:nvSpPr>
        <p:spPr>
          <a:xfrm>
            <a:off x="810243" y="3196882"/>
            <a:ext cx="277998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r>
              <a:rPr lang="en-US" altLang="zh-CN" sz="2000" b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Summary And Plan</a:t>
            </a:r>
            <a:endParaRPr lang="en-US" altLang="zh-CN" sz="2000" b="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9" name="1"/>
          <p:cNvSpPr txBox="1">
            <a:spLocks noChangeArrowheads="1"/>
          </p:cNvSpPr>
          <p:nvPr/>
        </p:nvSpPr>
        <p:spPr bwMode="auto">
          <a:xfrm>
            <a:off x="889832" y="3711932"/>
            <a:ext cx="6463870" cy="486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 defTabSz="914400">
              <a:lnSpc>
                <a:spcPct val="150000"/>
              </a:lnSpc>
              <a:defRPr/>
            </a:pPr>
            <a:r>
              <a:rPr lang="zh-CN" altLang="en-US" sz="1100" dirty="0">
                <a:solidFill>
                  <a:srgbClr val="286674">
                    <a:alpha val="50000"/>
                  </a:srgbClr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100" dirty="0">
              <a:solidFill>
                <a:srgbClr val="286674">
                  <a:alpha val="50000"/>
                </a:srgbClr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1" name="文本框 2"/>
          <p:cNvSpPr txBox="1"/>
          <p:nvPr>
            <p:custDataLst>
              <p:tags r:id="rId7"/>
            </p:custDataLst>
          </p:nvPr>
        </p:nvSpPr>
        <p:spPr>
          <a:xfrm>
            <a:off x="760632" y="2262469"/>
            <a:ext cx="4463302" cy="92333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未来工作计划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864193" y="4559367"/>
            <a:ext cx="229143" cy="243031"/>
          </a:xfrm>
          <a:custGeom>
            <a:avLst/>
            <a:gdLst/>
            <a:ahLst/>
            <a:cxnLst/>
            <a:rect l="l" t="t" r="r" b="b"/>
            <a:pathLst>
              <a:path w="229143" h="243031">
                <a:moveTo>
                  <a:pt x="118558" y="0"/>
                </a:moveTo>
                <a:cubicBezTo>
                  <a:pt x="135360" y="0"/>
                  <a:pt x="150576" y="2572"/>
                  <a:pt x="164206" y="7716"/>
                </a:cubicBezTo>
                <a:cubicBezTo>
                  <a:pt x="177836" y="12859"/>
                  <a:pt x="189452" y="20103"/>
                  <a:pt x="199053" y="29447"/>
                </a:cubicBezTo>
                <a:cubicBezTo>
                  <a:pt x="208655" y="38791"/>
                  <a:pt x="216070" y="50107"/>
                  <a:pt x="221299" y="63394"/>
                </a:cubicBezTo>
                <a:cubicBezTo>
                  <a:pt x="226528" y="76681"/>
                  <a:pt x="229143" y="91469"/>
                  <a:pt x="229143" y="107757"/>
                </a:cubicBezTo>
                <a:cubicBezTo>
                  <a:pt x="229143" y="118387"/>
                  <a:pt x="227814" y="128416"/>
                  <a:pt x="225157" y="137846"/>
                </a:cubicBezTo>
                <a:cubicBezTo>
                  <a:pt x="222499" y="147276"/>
                  <a:pt x="218684" y="155505"/>
                  <a:pt x="213712" y="162535"/>
                </a:cubicBezTo>
                <a:cubicBezTo>
                  <a:pt x="208740" y="169564"/>
                  <a:pt x="202740" y="175137"/>
                  <a:pt x="195710" y="179251"/>
                </a:cubicBezTo>
                <a:cubicBezTo>
                  <a:pt x="188681" y="183366"/>
                  <a:pt x="180880" y="185424"/>
                  <a:pt x="172307" y="185424"/>
                </a:cubicBezTo>
                <a:cubicBezTo>
                  <a:pt x="164935" y="185424"/>
                  <a:pt x="158848" y="183752"/>
                  <a:pt x="154048" y="180409"/>
                </a:cubicBezTo>
                <a:cubicBezTo>
                  <a:pt x="149247" y="177065"/>
                  <a:pt x="145561" y="171536"/>
                  <a:pt x="142989" y="163821"/>
                </a:cubicBezTo>
                <a:cubicBezTo>
                  <a:pt x="138532" y="170679"/>
                  <a:pt x="132788" y="176079"/>
                  <a:pt x="125759" y="180023"/>
                </a:cubicBezTo>
                <a:cubicBezTo>
                  <a:pt x="118729" y="183966"/>
                  <a:pt x="110328" y="185938"/>
                  <a:pt x="100555" y="185938"/>
                </a:cubicBezTo>
                <a:cubicBezTo>
                  <a:pt x="95069" y="185938"/>
                  <a:pt x="89754" y="184781"/>
                  <a:pt x="84611" y="182466"/>
                </a:cubicBezTo>
                <a:cubicBezTo>
                  <a:pt x="79467" y="180151"/>
                  <a:pt x="74924" y="176680"/>
                  <a:pt x="70980" y="172050"/>
                </a:cubicBezTo>
                <a:cubicBezTo>
                  <a:pt x="67037" y="167421"/>
                  <a:pt x="63865" y="161549"/>
                  <a:pt x="61465" y="154434"/>
                </a:cubicBezTo>
                <a:cubicBezTo>
                  <a:pt x="59065" y="147319"/>
                  <a:pt x="57864" y="138875"/>
                  <a:pt x="57864" y="129102"/>
                </a:cubicBezTo>
                <a:cubicBezTo>
                  <a:pt x="57864" y="117615"/>
                  <a:pt x="59579" y="107114"/>
                  <a:pt x="63008" y="97598"/>
                </a:cubicBezTo>
                <a:cubicBezTo>
                  <a:pt x="66437" y="88083"/>
                  <a:pt x="71152" y="79896"/>
                  <a:pt x="77152" y="73038"/>
                </a:cubicBezTo>
                <a:cubicBezTo>
                  <a:pt x="83153" y="66180"/>
                  <a:pt x="90226" y="60865"/>
                  <a:pt x="98369" y="57093"/>
                </a:cubicBezTo>
                <a:cubicBezTo>
                  <a:pt x="106513" y="53321"/>
                  <a:pt x="115300" y="51435"/>
                  <a:pt x="124730" y="51435"/>
                </a:cubicBezTo>
                <a:cubicBezTo>
                  <a:pt x="132445" y="51435"/>
                  <a:pt x="139775" y="52678"/>
                  <a:pt x="146718" y="55164"/>
                </a:cubicBezTo>
                <a:cubicBezTo>
                  <a:pt x="153662" y="57650"/>
                  <a:pt x="159534" y="60865"/>
                  <a:pt x="164335" y="64808"/>
                </a:cubicBezTo>
                <a:lnTo>
                  <a:pt x="158163" y="141704"/>
                </a:lnTo>
                <a:cubicBezTo>
                  <a:pt x="157648" y="150105"/>
                  <a:pt x="158806" y="155934"/>
                  <a:pt x="161634" y="159192"/>
                </a:cubicBezTo>
                <a:cubicBezTo>
                  <a:pt x="164463" y="162449"/>
                  <a:pt x="167850" y="164078"/>
                  <a:pt x="171793" y="164078"/>
                </a:cubicBezTo>
                <a:cubicBezTo>
                  <a:pt x="176079" y="164078"/>
                  <a:pt x="180323" y="162792"/>
                  <a:pt x="184523" y="160220"/>
                </a:cubicBezTo>
                <a:cubicBezTo>
                  <a:pt x="188724" y="157649"/>
                  <a:pt x="192495" y="153877"/>
                  <a:pt x="195839" y="148905"/>
                </a:cubicBezTo>
                <a:cubicBezTo>
                  <a:pt x="199182" y="143933"/>
                  <a:pt x="201839" y="137889"/>
                  <a:pt x="203811" y="130774"/>
                </a:cubicBezTo>
                <a:cubicBezTo>
                  <a:pt x="205783" y="123659"/>
                  <a:pt x="206769" y="115558"/>
                  <a:pt x="206769" y="106471"/>
                </a:cubicBezTo>
                <a:cubicBezTo>
                  <a:pt x="206769" y="93783"/>
                  <a:pt x="204711" y="82211"/>
                  <a:pt x="200596" y="71752"/>
                </a:cubicBezTo>
                <a:cubicBezTo>
                  <a:pt x="196482" y="61294"/>
                  <a:pt x="190567" y="52335"/>
                  <a:pt x="182851" y="44877"/>
                </a:cubicBezTo>
                <a:cubicBezTo>
                  <a:pt x="175136" y="37419"/>
                  <a:pt x="165835" y="31633"/>
                  <a:pt x="154948" y="27518"/>
                </a:cubicBezTo>
                <a:cubicBezTo>
                  <a:pt x="144061" y="23403"/>
                  <a:pt x="131845" y="21346"/>
                  <a:pt x="118300" y="21346"/>
                </a:cubicBezTo>
                <a:cubicBezTo>
                  <a:pt x="104070" y="21346"/>
                  <a:pt x="91169" y="23875"/>
                  <a:pt x="79596" y="28933"/>
                </a:cubicBezTo>
                <a:cubicBezTo>
                  <a:pt x="68023" y="33990"/>
                  <a:pt x="58079" y="41063"/>
                  <a:pt x="49763" y="50149"/>
                </a:cubicBezTo>
                <a:cubicBezTo>
                  <a:pt x="41448" y="59236"/>
                  <a:pt x="35019" y="70081"/>
                  <a:pt x="30475" y="82682"/>
                </a:cubicBezTo>
                <a:cubicBezTo>
                  <a:pt x="25932" y="95284"/>
                  <a:pt x="23660" y="109214"/>
                  <a:pt x="23660" y="124473"/>
                </a:cubicBezTo>
                <a:cubicBezTo>
                  <a:pt x="23660" y="138703"/>
                  <a:pt x="25932" y="151691"/>
                  <a:pt x="30475" y="163435"/>
                </a:cubicBezTo>
                <a:cubicBezTo>
                  <a:pt x="35019" y="175179"/>
                  <a:pt x="41534" y="185295"/>
                  <a:pt x="50021" y="193782"/>
                </a:cubicBezTo>
                <a:cubicBezTo>
                  <a:pt x="58507" y="202268"/>
                  <a:pt x="68666" y="208869"/>
                  <a:pt x="80496" y="213584"/>
                </a:cubicBezTo>
                <a:cubicBezTo>
                  <a:pt x="92326" y="218299"/>
                  <a:pt x="105613" y="220656"/>
                  <a:pt x="120358" y="220656"/>
                </a:cubicBezTo>
                <a:cubicBezTo>
                  <a:pt x="134245" y="220656"/>
                  <a:pt x="147104" y="219456"/>
                  <a:pt x="158934" y="217056"/>
                </a:cubicBezTo>
                <a:cubicBezTo>
                  <a:pt x="170764" y="214656"/>
                  <a:pt x="180880" y="211570"/>
                  <a:pt x="189281" y="207798"/>
                </a:cubicBezTo>
                <a:lnTo>
                  <a:pt x="186195" y="230172"/>
                </a:lnTo>
                <a:cubicBezTo>
                  <a:pt x="179337" y="233430"/>
                  <a:pt x="170207" y="236387"/>
                  <a:pt x="158806" y="239044"/>
                </a:cubicBezTo>
                <a:cubicBezTo>
                  <a:pt x="147404" y="241702"/>
                  <a:pt x="134588" y="243031"/>
                  <a:pt x="120358" y="243031"/>
                </a:cubicBezTo>
                <a:cubicBezTo>
                  <a:pt x="102356" y="243031"/>
                  <a:pt x="85939" y="240116"/>
                  <a:pt x="71109" y="234287"/>
                </a:cubicBezTo>
                <a:cubicBezTo>
                  <a:pt x="56278" y="228457"/>
                  <a:pt x="43591" y="220356"/>
                  <a:pt x="33047" y="209984"/>
                </a:cubicBezTo>
                <a:cubicBezTo>
                  <a:pt x="22503" y="199611"/>
                  <a:pt x="14359" y="187181"/>
                  <a:pt x="8615" y="172693"/>
                </a:cubicBezTo>
                <a:cubicBezTo>
                  <a:pt x="2872" y="158206"/>
                  <a:pt x="0" y="142218"/>
                  <a:pt x="0" y="124730"/>
                </a:cubicBezTo>
                <a:cubicBezTo>
                  <a:pt x="0" y="107071"/>
                  <a:pt x="2829" y="90612"/>
                  <a:pt x="8487" y="75353"/>
                </a:cubicBezTo>
                <a:cubicBezTo>
                  <a:pt x="14145" y="60094"/>
                  <a:pt x="22160" y="46892"/>
                  <a:pt x="32533" y="35748"/>
                </a:cubicBezTo>
                <a:cubicBezTo>
                  <a:pt x="42905" y="24603"/>
                  <a:pt x="55378" y="15859"/>
                  <a:pt x="69952" y="9516"/>
                </a:cubicBezTo>
                <a:cubicBezTo>
                  <a:pt x="84525" y="3172"/>
                  <a:pt x="100727" y="0"/>
                  <a:pt x="118558" y="0"/>
                </a:cubicBezTo>
                <a:close/>
                <a:moveTo>
                  <a:pt x="122158" y="74324"/>
                </a:moveTo>
                <a:cubicBezTo>
                  <a:pt x="117186" y="74324"/>
                  <a:pt x="112471" y="75610"/>
                  <a:pt x="108013" y="78182"/>
                </a:cubicBezTo>
                <a:cubicBezTo>
                  <a:pt x="103556" y="80753"/>
                  <a:pt x="99655" y="84397"/>
                  <a:pt x="96312" y="89111"/>
                </a:cubicBezTo>
                <a:cubicBezTo>
                  <a:pt x="92969" y="93826"/>
                  <a:pt x="90268" y="99527"/>
                  <a:pt x="88211" y="106214"/>
                </a:cubicBezTo>
                <a:cubicBezTo>
                  <a:pt x="86154" y="112900"/>
                  <a:pt x="85125" y="120273"/>
                  <a:pt x="85125" y="128331"/>
                </a:cubicBezTo>
                <a:cubicBezTo>
                  <a:pt x="85125" y="135017"/>
                  <a:pt x="85811" y="140589"/>
                  <a:pt x="87182" y="145047"/>
                </a:cubicBezTo>
                <a:cubicBezTo>
                  <a:pt x="88554" y="149505"/>
                  <a:pt x="90268" y="153105"/>
                  <a:pt x="92326" y="155848"/>
                </a:cubicBezTo>
                <a:cubicBezTo>
                  <a:pt x="94383" y="158592"/>
                  <a:pt x="96698" y="160563"/>
                  <a:pt x="99270" y="161763"/>
                </a:cubicBezTo>
                <a:cubicBezTo>
                  <a:pt x="101841" y="162964"/>
                  <a:pt x="104413" y="163564"/>
                  <a:pt x="106985" y="163564"/>
                </a:cubicBezTo>
                <a:cubicBezTo>
                  <a:pt x="111785" y="163564"/>
                  <a:pt x="116586" y="162063"/>
                  <a:pt x="121387" y="159063"/>
                </a:cubicBezTo>
                <a:cubicBezTo>
                  <a:pt x="126187" y="156063"/>
                  <a:pt x="130045" y="151819"/>
                  <a:pt x="132959" y="146333"/>
                </a:cubicBezTo>
                <a:lnTo>
                  <a:pt x="138617" y="78182"/>
                </a:lnTo>
                <a:cubicBezTo>
                  <a:pt x="136560" y="76981"/>
                  <a:pt x="134031" y="76038"/>
                  <a:pt x="131031" y="75353"/>
                </a:cubicBezTo>
                <a:cubicBezTo>
                  <a:pt x="128030" y="74667"/>
                  <a:pt x="125073" y="74324"/>
                  <a:pt x="122158" y="74324"/>
                </a:cubicBezTo>
                <a:close/>
              </a:path>
            </a:pathLst>
          </a:cu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7066" y="1478125"/>
            <a:ext cx="5604934" cy="5380931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5528396" cy="4936067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 bwMode="auto">
          <a:xfrm>
            <a:off x="874712" y="2072455"/>
            <a:ext cx="5015707" cy="3778012"/>
          </a:xfrm>
          <a:custGeom>
            <a:avLst/>
            <a:gdLst>
              <a:gd name="T0" fmla="*/ 3152 w 4800"/>
              <a:gd name="T1" fmla="*/ 42 h 3620"/>
              <a:gd name="T2" fmla="*/ 2847 w 4800"/>
              <a:gd name="T3" fmla="*/ 357 h 3620"/>
              <a:gd name="T4" fmla="*/ 2747 w 4800"/>
              <a:gd name="T5" fmla="*/ 400 h 3620"/>
              <a:gd name="T6" fmla="*/ 139 w 4800"/>
              <a:gd name="T7" fmla="*/ 400 h 3620"/>
              <a:gd name="T8" fmla="*/ 0 w 4800"/>
              <a:gd name="T9" fmla="*/ 539 h 3620"/>
              <a:gd name="T10" fmla="*/ 0 w 4800"/>
              <a:gd name="T11" fmla="*/ 3481 h 3620"/>
              <a:gd name="T12" fmla="*/ 139 w 4800"/>
              <a:gd name="T13" fmla="*/ 3620 h 3620"/>
              <a:gd name="T14" fmla="*/ 4661 w 4800"/>
              <a:gd name="T15" fmla="*/ 3620 h 3620"/>
              <a:gd name="T16" fmla="*/ 4800 w 4800"/>
              <a:gd name="T17" fmla="*/ 3481 h 3620"/>
              <a:gd name="T18" fmla="*/ 4800 w 4800"/>
              <a:gd name="T19" fmla="*/ 400 h 3620"/>
              <a:gd name="T20" fmla="*/ 4800 w 4800"/>
              <a:gd name="T21" fmla="*/ 139 h 3620"/>
              <a:gd name="T22" fmla="*/ 4661 w 4800"/>
              <a:gd name="T23" fmla="*/ 0 h 3620"/>
              <a:gd name="T24" fmla="*/ 3252 w 4800"/>
              <a:gd name="T25" fmla="*/ 0 h 3620"/>
              <a:gd name="T26" fmla="*/ 3152 w 4800"/>
              <a:gd name="T27" fmla="*/ 42 h 36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800" h="3620">
                <a:moveTo>
                  <a:pt x="3152" y="42"/>
                </a:moveTo>
                <a:cubicBezTo>
                  <a:pt x="2847" y="357"/>
                  <a:pt x="2847" y="357"/>
                  <a:pt x="2847" y="357"/>
                </a:cubicBezTo>
                <a:cubicBezTo>
                  <a:pt x="2821" y="385"/>
                  <a:pt x="2785" y="400"/>
                  <a:pt x="2747" y="400"/>
                </a:cubicBezTo>
                <a:cubicBezTo>
                  <a:pt x="139" y="400"/>
                  <a:pt x="139" y="400"/>
                  <a:pt x="139" y="400"/>
                </a:cubicBezTo>
                <a:cubicBezTo>
                  <a:pt x="62" y="400"/>
                  <a:pt x="0" y="462"/>
                  <a:pt x="0" y="539"/>
                </a:cubicBezTo>
                <a:cubicBezTo>
                  <a:pt x="0" y="3481"/>
                  <a:pt x="0" y="3481"/>
                  <a:pt x="0" y="3481"/>
                </a:cubicBezTo>
                <a:cubicBezTo>
                  <a:pt x="0" y="3558"/>
                  <a:pt x="62" y="3620"/>
                  <a:pt x="139" y="3620"/>
                </a:cubicBezTo>
                <a:cubicBezTo>
                  <a:pt x="4661" y="3620"/>
                  <a:pt x="4661" y="3620"/>
                  <a:pt x="4661" y="3620"/>
                </a:cubicBezTo>
                <a:cubicBezTo>
                  <a:pt x="4737" y="3620"/>
                  <a:pt x="4800" y="3558"/>
                  <a:pt x="4800" y="3481"/>
                </a:cubicBezTo>
                <a:cubicBezTo>
                  <a:pt x="4800" y="400"/>
                  <a:pt x="4800" y="400"/>
                  <a:pt x="4800" y="400"/>
                </a:cubicBezTo>
                <a:cubicBezTo>
                  <a:pt x="4800" y="139"/>
                  <a:pt x="4800" y="139"/>
                  <a:pt x="4800" y="139"/>
                </a:cubicBezTo>
                <a:cubicBezTo>
                  <a:pt x="4800" y="62"/>
                  <a:pt x="4737" y="0"/>
                  <a:pt x="4661" y="0"/>
                </a:cubicBezTo>
                <a:cubicBezTo>
                  <a:pt x="3252" y="0"/>
                  <a:pt x="3252" y="0"/>
                  <a:pt x="3252" y="0"/>
                </a:cubicBezTo>
                <a:cubicBezTo>
                  <a:pt x="3214" y="0"/>
                  <a:pt x="3178" y="15"/>
                  <a:pt x="3152" y="42"/>
                </a:cubicBezTo>
                <a:close/>
              </a:path>
            </a:pathLst>
          </a:custGeom>
          <a:gradFill>
            <a:gsLst>
              <a:gs pos="0">
                <a:srgbClr val="C0F4F5">
                  <a:alpha val="50000"/>
                </a:srgbClr>
              </a:gs>
              <a:gs pos="100000">
                <a:srgbClr val="C0F4F5">
                  <a:alpha val="0"/>
                </a:srgbClr>
              </a:gs>
            </a:gsLst>
            <a:lin ang="59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7" name="1"/>
          <p:cNvSpPr txBox="1">
            <a:spLocks noChangeArrowheads="1"/>
          </p:cNvSpPr>
          <p:nvPr/>
        </p:nvSpPr>
        <p:spPr bwMode="auto">
          <a:xfrm>
            <a:off x="950913" y="2006437"/>
            <a:ext cx="19954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工作目标</a:t>
            </a:r>
            <a:r>
              <a:rPr lang="en-US" altLang="zh-CN" sz="240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1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8" name="1"/>
          <p:cNvSpPr txBox="1">
            <a:spLocks noChangeArrowheads="1"/>
          </p:cNvSpPr>
          <p:nvPr/>
        </p:nvSpPr>
        <p:spPr bwMode="auto">
          <a:xfrm>
            <a:off x="1356770" y="3134920"/>
            <a:ext cx="4205287" cy="530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</a:t>
            </a:r>
            <a:r>
              <a:rPr lang="zh-CN" altLang="en-US" sz="12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1356769" y="3937494"/>
            <a:ext cx="4205287" cy="530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</a:t>
            </a:r>
            <a:r>
              <a:rPr lang="zh-CN" altLang="en-US" sz="12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grpSp>
        <p:nvGrpSpPr>
          <p:cNvPr id="10" name="Group 8"/>
          <p:cNvGrpSpPr>
            <a:grpSpLocks noChangeAspect="1"/>
          </p:cNvGrpSpPr>
          <p:nvPr/>
        </p:nvGrpSpPr>
        <p:grpSpPr bwMode="auto">
          <a:xfrm>
            <a:off x="2731268" y="2122117"/>
            <a:ext cx="1052541" cy="130436"/>
            <a:chOff x="-856" y="-17"/>
            <a:chExt cx="4188" cy="519"/>
          </a:xfrm>
          <a:solidFill>
            <a:schemeClr val="bg1">
              <a:lumMod val="85000"/>
            </a:schemeClr>
          </a:solidFill>
        </p:grpSpPr>
        <p:sp>
          <p:nvSpPr>
            <p:cNvPr id="11" name="Freeform 10"/>
            <p:cNvSpPr/>
            <p:nvPr/>
          </p:nvSpPr>
          <p:spPr bwMode="auto">
            <a:xfrm>
              <a:off x="2655" y="3"/>
              <a:ext cx="677" cy="499"/>
            </a:xfrm>
            <a:custGeom>
              <a:avLst/>
              <a:gdLst>
                <a:gd name="T0" fmla="*/ 483 w 677"/>
                <a:gd name="T1" fmla="*/ 0 h 499"/>
                <a:gd name="T2" fmla="*/ 0 w 677"/>
                <a:gd name="T3" fmla="*/ 499 h 499"/>
                <a:gd name="T4" fmla="*/ 197 w 677"/>
                <a:gd name="T5" fmla="*/ 499 h 499"/>
                <a:gd name="T6" fmla="*/ 677 w 677"/>
                <a:gd name="T7" fmla="*/ 0 h 499"/>
                <a:gd name="T8" fmla="*/ 483 w 677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7" h="499">
                  <a:moveTo>
                    <a:pt x="483" y="0"/>
                  </a:moveTo>
                  <a:lnTo>
                    <a:pt x="0" y="499"/>
                  </a:lnTo>
                  <a:lnTo>
                    <a:pt x="197" y="499"/>
                  </a:lnTo>
                  <a:lnTo>
                    <a:pt x="677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12" name="Freeform 11"/>
            <p:cNvSpPr/>
            <p:nvPr/>
          </p:nvSpPr>
          <p:spPr bwMode="auto">
            <a:xfrm>
              <a:off x="2213" y="3"/>
              <a:ext cx="676" cy="499"/>
            </a:xfrm>
            <a:custGeom>
              <a:avLst/>
              <a:gdLst>
                <a:gd name="T0" fmla="*/ 483 w 676"/>
                <a:gd name="T1" fmla="*/ 0 h 499"/>
                <a:gd name="T2" fmla="*/ 0 w 676"/>
                <a:gd name="T3" fmla="*/ 499 h 499"/>
                <a:gd name="T4" fmla="*/ 196 w 676"/>
                <a:gd name="T5" fmla="*/ 499 h 499"/>
                <a:gd name="T6" fmla="*/ 676 w 676"/>
                <a:gd name="T7" fmla="*/ 0 h 499"/>
                <a:gd name="T8" fmla="*/ 483 w 676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6" h="499">
                  <a:moveTo>
                    <a:pt x="483" y="0"/>
                  </a:moveTo>
                  <a:lnTo>
                    <a:pt x="0" y="499"/>
                  </a:lnTo>
                  <a:lnTo>
                    <a:pt x="196" y="499"/>
                  </a:lnTo>
                  <a:lnTo>
                    <a:pt x="676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13" name="Freeform 12"/>
            <p:cNvSpPr/>
            <p:nvPr/>
          </p:nvSpPr>
          <p:spPr bwMode="auto">
            <a:xfrm>
              <a:off x="1770" y="3"/>
              <a:ext cx="677" cy="499"/>
            </a:xfrm>
            <a:custGeom>
              <a:avLst/>
              <a:gdLst>
                <a:gd name="T0" fmla="*/ 483 w 677"/>
                <a:gd name="T1" fmla="*/ 0 h 499"/>
                <a:gd name="T2" fmla="*/ 0 w 677"/>
                <a:gd name="T3" fmla="*/ 499 h 499"/>
                <a:gd name="T4" fmla="*/ 197 w 677"/>
                <a:gd name="T5" fmla="*/ 499 h 499"/>
                <a:gd name="T6" fmla="*/ 677 w 677"/>
                <a:gd name="T7" fmla="*/ 0 h 499"/>
                <a:gd name="T8" fmla="*/ 483 w 677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7" h="499">
                  <a:moveTo>
                    <a:pt x="483" y="0"/>
                  </a:moveTo>
                  <a:lnTo>
                    <a:pt x="0" y="499"/>
                  </a:lnTo>
                  <a:lnTo>
                    <a:pt x="197" y="499"/>
                  </a:lnTo>
                  <a:lnTo>
                    <a:pt x="677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14" name="Freeform 13"/>
            <p:cNvSpPr/>
            <p:nvPr/>
          </p:nvSpPr>
          <p:spPr bwMode="auto">
            <a:xfrm>
              <a:off x="1328" y="3"/>
              <a:ext cx="676" cy="499"/>
            </a:xfrm>
            <a:custGeom>
              <a:avLst/>
              <a:gdLst>
                <a:gd name="T0" fmla="*/ 483 w 676"/>
                <a:gd name="T1" fmla="*/ 0 h 499"/>
                <a:gd name="T2" fmla="*/ 0 w 676"/>
                <a:gd name="T3" fmla="*/ 499 h 499"/>
                <a:gd name="T4" fmla="*/ 196 w 676"/>
                <a:gd name="T5" fmla="*/ 499 h 499"/>
                <a:gd name="T6" fmla="*/ 676 w 676"/>
                <a:gd name="T7" fmla="*/ 0 h 499"/>
                <a:gd name="T8" fmla="*/ 483 w 676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6" h="499">
                  <a:moveTo>
                    <a:pt x="483" y="0"/>
                  </a:moveTo>
                  <a:lnTo>
                    <a:pt x="0" y="499"/>
                  </a:lnTo>
                  <a:lnTo>
                    <a:pt x="196" y="499"/>
                  </a:lnTo>
                  <a:lnTo>
                    <a:pt x="676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15" name="Freeform 14"/>
            <p:cNvSpPr/>
            <p:nvPr/>
          </p:nvSpPr>
          <p:spPr bwMode="auto">
            <a:xfrm>
              <a:off x="885" y="3"/>
              <a:ext cx="677" cy="499"/>
            </a:xfrm>
            <a:custGeom>
              <a:avLst/>
              <a:gdLst>
                <a:gd name="T0" fmla="*/ 483 w 677"/>
                <a:gd name="T1" fmla="*/ 0 h 499"/>
                <a:gd name="T2" fmla="*/ 0 w 677"/>
                <a:gd name="T3" fmla="*/ 499 h 499"/>
                <a:gd name="T4" fmla="*/ 197 w 677"/>
                <a:gd name="T5" fmla="*/ 499 h 499"/>
                <a:gd name="T6" fmla="*/ 677 w 677"/>
                <a:gd name="T7" fmla="*/ 0 h 499"/>
                <a:gd name="T8" fmla="*/ 483 w 677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7" h="499">
                  <a:moveTo>
                    <a:pt x="483" y="0"/>
                  </a:moveTo>
                  <a:lnTo>
                    <a:pt x="0" y="499"/>
                  </a:lnTo>
                  <a:lnTo>
                    <a:pt x="197" y="499"/>
                  </a:lnTo>
                  <a:lnTo>
                    <a:pt x="677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16" name="Freeform 15"/>
            <p:cNvSpPr/>
            <p:nvPr/>
          </p:nvSpPr>
          <p:spPr bwMode="auto">
            <a:xfrm>
              <a:off x="443" y="3"/>
              <a:ext cx="676" cy="499"/>
            </a:xfrm>
            <a:custGeom>
              <a:avLst/>
              <a:gdLst>
                <a:gd name="T0" fmla="*/ 483 w 676"/>
                <a:gd name="T1" fmla="*/ 0 h 499"/>
                <a:gd name="T2" fmla="*/ 0 w 676"/>
                <a:gd name="T3" fmla="*/ 499 h 499"/>
                <a:gd name="T4" fmla="*/ 196 w 676"/>
                <a:gd name="T5" fmla="*/ 499 h 499"/>
                <a:gd name="T6" fmla="*/ 676 w 676"/>
                <a:gd name="T7" fmla="*/ 0 h 499"/>
                <a:gd name="T8" fmla="*/ 483 w 676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6" h="499">
                  <a:moveTo>
                    <a:pt x="483" y="0"/>
                  </a:moveTo>
                  <a:lnTo>
                    <a:pt x="0" y="499"/>
                  </a:lnTo>
                  <a:lnTo>
                    <a:pt x="196" y="499"/>
                  </a:lnTo>
                  <a:lnTo>
                    <a:pt x="676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0" y="3"/>
              <a:ext cx="677" cy="499"/>
            </a:xfrm>
            <a:custGeom>
              <a:avLst/>
              <a:gdLst>
                <a:gd name="T0" fmla="*/ 483 w 677"/>
                <a:gd name="T1" fmla="*/ 0 h 499"/>
                <a:gd name="T2" fmla="*/ 0 w 677"/>
                <a:gd name="T3" fmla="*/ 499 h 499"/>
                <a:gd name="T4" fmla="*/ 197 w 677"/>
                <a:gd name="T5" fmla="*/ 499 h 499"/>
                <a:gd name="T6" fmla="*/ 677 w 677"/>
                <a:gd name="T7" fmla="*/ 0 h 499"/>
                <a:gd name="T8" fmla="*/ 483 w 677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7" h="499">
                  <a:moveTo>
                    <a:pt x="483" y="0"/>
                  </a:moveTo>
                  <a:lnTo>
                    <a:pt x="0" y="499"/>
                  </a:lnTo>
                  <a:lnTo>
                    <a:pt x="197" y="499"/>
                  </a:lnTo>
                  <a:lnTo>
                    <a:pt x="677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18" name="Freeform 15"/>
            <p:cNvSpPr/>
            <p:nvPr/>
          </p:nvSpPr>
          <p:spPr bwMode="auto">
            <a:xfrm>
              <a:off x="-413" y="-17"/>
              <a:ext cx="676" cy="499"/>
            </a:xfrm>
            <a:custGeom>
              <a:avLst/>
              <a:gdLst>
                <a:gd name="T0" fmla="*/ 483 w 676"/>
                <a:gd name="T1" fmla="*/ 0 h 499"/>
                <a:gd name="T2" fmla="*/ 0 w 676"/>
                <a:gd name="T3" fmla="*/ 499 h 499"/>
                <a:gd name="T4" fmla="*/ 196 w 676"/>
                <a:gd name="T5" fmla="*/ 499 h 499"/>
                <a:gd name="T6" fmla="*/ 676 w 676"/>
                <a:gd name="T7" fmla="*/ 0 h 499"/>
                <a:gd name="T8" fmla="*/ 483 w 676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6" h="499">
                  <a:moveTo>
                    <a:pt x="483" y="0"/>
                  </a:moveTo>
                  <a:lnTo>
                    <a:pt x="0" y="499"/>
                  </a:lnTo>
                  <a:lnTo>
                    <a:pt x="196" y="499"/>
                  </a:lnTo>
                  <a:lnTo>
                    <a:pt x="676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19" name="Freeform 16"/>
            <p:cNvSpPr/>
            <p:nvPr/>
          </p:nvSpPr>
          <p:spPr bwMode="auto">
            <a:xfrm>
              <a:off x="-856" y="-17"/>
              <a:ext cx="677" cy="499"/>
            </a:xfrm>
            <a:custGeom>
              <a:avLst/>
              <a:gdLst>
                <a:gd name="T0" fmla="*/ 483 w 677"/>
                <a:gd name="T1" fmla="*/ 0 h 499"/>
                <a:gd name="T2" fmla="*/ 0 w 677"/>
                <a:gd name="T3" fmla="*/ 499 h 499"/>
                <a:gd name="T4" fmla="*/ 197 w 677"/>
                <a:gd name="T5" fmla="*/ 499 h 499"/>
                <a:gd name="T6" fmla="*/ 677 w 677"/>
                <a:gd name="T7" fmla="*/ 0 h 499"/>
                <a:gd name="T8" fmla="*/ 483 w 677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7" h="499">
                  <a:moveTo>
                    <a:pt x="483" y="0"/>
                  </a:moveTo>
                  <a:lnTo>
                    <a:pt x="0" y="499"/>
                  </a:lnTo>
                  <a:lnTo>
                    <a:pt x="197" y="499"/>
                  </a:lnTo>
                  <a:lnTo>
                    <a:pt x="677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</p:grpSp>
      <p:sp>
        <p:nvSpPr>
          <p:cNvPr id="20" name="Freeform 5"/>
          <p:cNvSpPr/>
          <p:nvPr/>
        </p:nvSpPr>
        <p:spPr bwMode="auto">
          <a:xfrm>
            <a:off x="6301581" y="2076911"/>
            <a:ext cx="5015707" cy="3778012"/>
          </a:xfrm>
          <a:custGeom>
            <a:avLst/>
            <a:gdLst>
              <a:gd name="T0" fmla="*/ 3152 w 4800"/>
              <a:gd name="T1" fmla="*/ 42 h 3620"/>
              <a:gd name="T2" fmla="*/ 2847 w 4800"/>
              <a:gd name="T3" fmla="*/ 357 h 3620"/>
              <a:gd name="T4" fmla="*/ 2747 w 4800"/>
              <a:gd name="T5" fmla="*/ 400 h 3620"/>
              <a:gd name="T6" fmla="*/ 139 w 4800"/>
              <a:gd name="T7" fmla="*/ 400 h 3620"/>
              <a:gd name="T8" fmla="*/ 0 w 4800"/>
              <a:gd name="T9" fmla="*/ 539 h 3620"/>
              <a:gd name="T10" fmla="*/ 0 w 4800"/>
              <a:gd name="T11" fmla="*/ 3481 h 3620"/>
              <a:gd name="T12" fmla="*/ 139 w 4800"/>
              <a:gd name="T13" fmla="*/ 3620 h 3620"/>
              <a:gd name="T14" fmla="*/ 4661 w 4800"/>
              <a:gd name="T15" fmla="*/ 3620 h 3620"/>
              <a:gd name="T16" fmla="*/ 4800 w 4800"/>
              <a:gd name="T17" fmla="*/ 3481 h 3620"/>
              <a:gd name="T18" fmla="*/ 4800 w 4800"/>
              <a:gd name="T19" fmla="*/ 400 h 3620"/>
              <a:gd name="T20" fmla="*/ 4800 w 4800"/>
              <a:gd name="T21" fmla="*/ 139 h 3620"/>
              <a:gd name="T22" fmla="*/ 4661 w 4800"/>
              <a:gd name="T23" fmla="*/ 0 h 3620"/>
              <a:gd name="T24" fmla="*/ 3252 w 4800"/>
              <a:gd name="T25" fmla="*/ 0 h 3620"/>
              <a:gd name="T26" fmla="*/ 3152 w 4800"/>
              <a:gd name="T27" fmla="*/ 42 h 36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800" h="3620">
                <a:moveTo>
                  <a:pt x="3152" y="42"/>
                </a:moveTo>
                <a:cubicBezTo>
                  <a:pt x="2847" y="357"/>
                  <a:pt x="2847" y="357"/>
                  <a:pt x="2847" y="357"/>
                </a:cubicBezTo>
                <a:cubicBezTo>
                  <a:pt x="2821" y="385"/>
                  <a:pt x="2785" y="400"/>
                  <a:pt x="2747" y="400"/>
                </a:cubicBezTo>
                <a:cubicBezTo>
                  <a:pt x="139" y="400"/>
                  <a:pt x="139" y="400"/>
                  <a:pt x="139" y="400"/>
                </a:cubicBezTo>
                <a:cubicBezTo>
                  <a:pt x="62" y="400"/>
                  <a:pt x="0" y="462"/>
                  <a:pt x="0" y="539"/>
                </a:cubicBezTo>
                <a:cubicBezTo>
                  <a:pt x="0" y="3481"/>
                  <a:pt x="0" y="3481"/>
                  <a:pt x="0" y="3481"/>
                </a:cubicBezTo>
                <a:cubicBezTo>
                  <a:pt x="0" y="3558"/>
                  <a:pt x="62" y="3620"/>
                  <a:pt x="139" y="3620"/>
                </a:cubicBezTo>
                <a:cubicBezTo>
                  <a:pt x="4661" y="3620"/>
                  <a:pt x="4661" y="3620"/>
                  <a:pt x="4661" y="3620"/>
                </a:cubicBezTo>
                <a:cubicBezTo>
                  <a:pt x="4737" y="3620"/>
                  <a:pt x="4800" y="3558"/>
                  <a:pt x="4800" y="3481"/>
                </a:cubicBezTo>
                <a:cubicBezTo>
                  <a:pt x="4800" y="400"/>
                  <a:pt x="4800" y="400"/>
                  <a:pt x="4800" y="400"/>
                </a:cubicBezTo>
                <a:cubicBezTo>
                  <a:pt x="4800" y="139"/>
                  <a:pt x="4800" y="139"/>
                  <a:pt x="4800" y="139"/>
                </a:cubicBezTo>
                <a:cubicBezTo>
                  <a:pt x="4800" y="62"/>
                  <a:pt x="4737" y="0"/>
                  <a:pt x="4661" y="0"/>
                </a:cubicBezTo>
                <a:cubicBezTo>
                  <a:pt x="3252" y="0"/>
                  <a:pt x="3252" y="0"/>
                  <a:pt x="3252" y="0"/>
                </a:cubicBezTo>
                <a:cubicBezTo>
                  <a:pt x="3214" y="0"/>
                  <a:pt x="3178" y="15"/>
                  <a:pt x="3152" y="42"/>
                </a:cubicBezTo>
                <a:close/>
              </a:path>
            </a:pathLst>
          </a:custGeom>
          <a:gradFill>
            <a:gsLst>
              <a:gs pos="0">
                <a:srgbClr val="C0F4F5">
                  <a:alpha val="50000"/>
                </a:srgbClr>
              </a:gs>
              <a:gs pos="100000">
                <a:srgbClr val="C0F4F5">
                  <a:alpha val="0"/>
                </a:srgbClr>
              </a:gs>
            </a:gsLst>
            <a:lin ang="59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21" name="1"/>
          <p:cNvSpPr txBox="1">
            <a:spLocks noChangeArrowheads="1"/>
          </p:cNvSpPr>
          <p:nvPr/>
        </p:nvSpPr>
        <p:spPr bwMode="auto">
          <a:xfrm>
            <a:off x="6377782" y="2010893"/>
            <a:ext cx="19954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>
              <a:spcBef>
                <a:spcPct val="20000"/>
              </a:spcBef>
              <a:defRPr/>
            </a:pPr>
            <a:r>
              <a:rPr lang="zh-CN" altLang="en-US" sz="240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工作目</a:t>
            </a:r>
            <a:r>
              <a:rPr lang="zh-CN" altLang="en-US" sz="240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标</a:t>
            </a:r>
            <a:r>
              <a:rPr lang="en-US" altLang="zh-CN" sz="240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2</a:t>
            </a:r>
            <a:endParaRPr lang="en-US" altLang="zh-CN" sz="24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2" name="1"/>
          <p:cNvSpPr txBox="1">
            <a:spLocks noChangeArrowheads="1"/>
          </p:cNvSpPr>
          <p:nvPr/>
        </p:nvSpPr>
        <p:spPr bwMode="auto">
          <a:xfrm>
            <a:off x="6783639" y="3139376"/>
            <a:ext cx="4205287" cy="530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</a:t>
            </a:r>
            <a:r>
              <a:rPr lang="zh-CN" altLang="en-US" sz="12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3" name="1"/>
          <p:cNvSpPr txBox="1">
            <a:spLocks noChangeArrowheads="1"/>
          </p:cNvSpPr>
          <p:nvPr/>
        </p:nvSpPr>
        <p:spPr bwMode="auto">
          <a:xfrm>
            <a:off x="6783638" y="3941950"/>
            <a:ext cx="4205287" cy="530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</a:t>
            </a:r>
            <a:r>
              <a:rPr lang="zh-CN" altLang="en-US" sz="12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0" y="5630332"/>
            <a:ext cx="12192000" cy="1227667"/>
          </a:xfrm>
          <a:custGeom>
            <a:avLst/>
            <a:gdLst>
              <a:gd name="connsiteX0" fmla="*/ 2293420 w 12192000"/>
              <a:gd name="connsiteY0" fmla="*/ 770 h 1951199"/>
              <a:gd name="connsiteX1" fmla="*/ 5390356 w 12192000"/>
              <a:gd name="connsiteY1" fmla="*/ 371129 h 1951199"/>
              <a:gd name="connsiteX2" fmla="*/ 12128534 w 12192000"/>
              <a:gd name="connsiteY2" fmla="*/ 105417 h 1951199"/>
              <a:gd name="connsiteX3" fmla="*/ 12192000 w 12192000"/>
              <a:gd name="connsiteY3" fmla="*/ 69901 h 1951199"/>
              <a:gd name="connsiteX4" fmla="*/ 12192000 w 12192000"/>
              <a:gd name="connsiteY4" fmla="*/ 1951199 h 1951199"/>
              <a:gd name="connsiteX5" fmla="*/ 0 w 12192000"/>
              <a:gd name="connsiteY5" fmla="*/ 1951199 h 1951199"/>
              <a:gd name="connsiteX6" fmla="*/ 0 w 12192000"/>
              <a:gd name="connsiteY6" fmla="*/ 279484 h 1951199"/>
              <a:gd name="connsiteX7" fmla="*/ 199827 w 12192000"/>
              <a:gd name="connsiteY7" fmla="*/ 219920 h 1951199"/>
              <a:gd name="connsiteX8" fmla="*/ 2293420 w 12192000"/>
              <a:gd name="connsiteY8" fmla="*/ 770 h 195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1951199">
                <a:moveTo>
                  <a:pt x="2293420" y="770"/>
                </a:moveTo>
                <a:cubicBezTo>
                  <a:pt x="3327657" y="12809"/>
                  <a:pt x="4407826" y="164622"/>
                  <a:pt x="5390356" y="371129"/>
                </a:cubicBezTo>
                <a:cubicBezTo>
                  <a:pt x="7565959" y="828396"/>
                  <a:pt x="10210362" y="1122774"/>
                  <a:pt x="12128534" y="105417"/>
                </a:cubicBezTo>
                <a:lnTo>
                  <a:pt x="12192000" y="69901"/>
                </a:lnTo>
                <a:lnTo>
                  <a:pt x="12192000" y="1951199"/>
                </a:lnTo>
                <a:lnTo>
                  <a:pt x="0" y="1951199"/>
                </a:lnTo>
                <a:lnTo>
                  <a:pt x="0" y="279484"/>
                </a:lnTo>
                <a:lnTo>
                  <a:pt x="199827" y="219920"/>
                </a:lnTo>
                <a:cubicBezTo>
                  <a:pt x="839374" y="54886"/>
                  <a:pt x="1554680" y="-7829"/>
                  <a:pt x="2293420" y="770"/>
                </a:cubicBezTo>
                <a:close/>
              </a:path>
            </a:pathLst>
          </a:custGeom>
          <a:solidFill>
            <a:srgbClr val="28667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0" y="5909193"/>
            <a:ext cx="12192000" cy="948806"/>
          </a:xfrm>
          <a:custGeom>
            <a:avLst/>
            <a:gdLst>
              <a:gd name="connsiteX0" fmla="*/ 3636975 w 12192000"/>
              <a:gd name="connsiteY0" fmla="*/ 274 h 1504946"/>
              <a:gd name="connsiteX1" fmla="*/ 5898356 w 12192000"/>
              <a:gd name="connsiteY1" fmla="*/ 205362 h 1504946"/>
              <a:gd name="connsiteX2" fmla="*/ 12060324 w 12192000"/>
              <a:gd name="connsiteY2" fmla="*/ 357204 h 1504946"/>
              <a:gd name="connsiteX3" fmla="*/ 12192000 w 12192000"/>
              <a:gd name="connsiteY3" fmla="*/ 306401 h 1504946"/>
              <a:gd name="connsiteX4" fmla="*/ 12192000 w 12192000"/>
              <a:gd name="connsiteY4" fmla="*/ 1504946 h 1504946"/>
              <a:gd name="connsiteX5" fmla="*/ 0 w 12192000"/>
              <a:gd name="connsiteY5" fmla="*/ 1504946 h 1504946"/>
              <a:gd name="connsiteX6" fmla="*/ 0 w 12192000"/>
              <a:gd name="connsiteY6" fmla="*/ 546780 h 1504946"/>
              <a:gd name="connsiteX7" fmla="*/ 225140 w 12192000"/>
              <a:gd name="connsiteY7" fmla="*/ 471191 h 1504946"/>
              <a:gd name="connsiteX8" fmla="*/ 3636975 w 12192000"/>
              <a:gd name="connsiteY8" fmla="*/ 274 h 150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1504946">
                <a:moveTo>
                  <a:pt x="3636975" y="274"/>
                </a:moveTo>
                <a:cubicBezTo>
                  <a:pt x="4416400" y="-4693"/>
                  <a:pt x="5196549" y="57857"/>
                  <a:pt x="5898356" y="205362"/>
                </a:cubicBezTo>
                <a:cubicBezTo>
                  <a:pt x="7863416" y="618377"/>
                  <a:pt x="10210932" y="1024909"/>
                  <a:pt x="12060324" y="357204"/>
                </a:cubicBezTo>
                <a:lnTo>
                  <a:pt x="12192000" y="306401"/>
                </a:lnTo>
                <a:lnTo>
                  <a:pt x="12192000" y="1504946"/>
                </a:lnTo>
                <a:lnTo>
                  <a:pt x="0" y="1504946"/>
                </a:lnTo>
                <a:lnTo>
                  <a:pt x="0" y="546780"/>
                </a:lnTo>
                <a:lnTo>
                  <a:pt x="225140" y="471191"/>
                </a:lnTo>
                <a:cubicBezTo>
                  <a:pt x="1144666" y="189005"/>
                  <a:pt x="2389895" y="8220"/>
                  <a:pt x="3636975" y="274"/>
                </a:cubicBezTo>
                <a:close/>
              </a:path>
            </a:pathLst>
          </a:cu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grpSp>
        <p:nvGrpSpPr>
          <p:cNvPr id="26" name="Group 8"/>
          <p:cNvGrpSpPr>
            <a:grpSpLocks noChangeAspect="1"/>
          </p:cNvGrpSpPr>
          <p:nvPr/>
        </p:nvGrpSpPr>
        <p:grpSpPr bwMode="auto">
          <a:xfrm>
            <a:off x="8174803" y="2125885"/>
            <a:ext cx="1052541" cy="130436"/>
            <a:chOff x="-856" y="-17"/>
            <a:chExt cx="4188" cy="519"/>
          </a:xfrm>
          <a:solidFill>
            <a:schemeClr val="bg1">
              <a:lumMod val="85000"/>
            </a:schemeClr>
          </a:solidFill>
        </p:grpSpPr>
        <p:sp>
          <p:nvSpPr>
            <p:cNvPr id="27" name="Freeform 10"/>
            <p:cNvSpPr/>
            <p:nvPr/>
          </p:nvSpPr>
          <p:spPr bwMode="auto">
            <a:xfrm>
              <a:off x="2655" y="3"/>
              <a:ext cx="677" cy="499"/>
            </a:xfrm>
            <a:custGeom>
              <a:avLst/>
              <a:gdLst>
                <a:gd name="T0" fmla="*/ 483 w 677"/>
                <a:gd name="T1" fmla="*/ 0 h 499"/>
                <a:gd name="T2" fmla="*/ 0 w 677"/>
                <a:gd name="T3" fmla="*/ 499 h 499"/>
                <a:gd name="T4" fmla="*/ 197 w 677"/>
                <a:gd name="T5" fmla="*/ 499 h 499"/>
                <a:gd name="T6" fmla="*/ 677 w 677"/>
                <a:gd name="T7" fmla="*/ 0 h 499"/>
                <a:gd name="T8" fmla="*/ 483 w 677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7" h="499">
                  <a:moveTo>
                    <a:pt x="483" y="0"/>
                  </a:moveTo>
                  <a:lnTo>
                    <a:pt x="0" y="499"/>
                  </a:lnTo>
                  <a:lnTo>
                    <a:pt x="197" y="499"/>
                  </a:lnTo>
                  <a:lnTo>
                    <a:pt x="677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28" name="Freeform 11"/>
            <p:cNvSpPr/>
            <p:nvPr/>
          </p:nvSpPr>
          <p:spPr bwMode="auto">
            <a:xfrm>
              <a:off x="2213" y="3"/>
              <a:ext cx="676" cy="499"/>
            </a:xfrm>
            <a:custGeom>
              <a:avLst/>
              <a:gdLst>
                <a:gd name="T0" fmla="*/ 483 w 676"/>
                <a:gd name="T1" fmla="*/ 0 h 499"/>
                <a:gd name="T2" fmla="*/ 0 w 676"/>
                <a:gd name="T3" fmla="*/ 499 h 499"/>
                <a:gd name="T4" fmla="*/ 196 w 676"/>
                <a:gd name="T5" fmla="*/ 499 h 499"/>
                <a:gd name="T6" fmla="*/ 676 w 676"/>
                <a:gd name="T7" fmla="*/ 0 h 499"/>
                <a:gd name="T8" fmla="*/ 483 w 676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6" h="499">
                  <a:moveTo>
                    <a:pt x="483" y="0"/>
                  </a:moveTo>
                  <a:lnTo>
                    <a:pt x="0" y="499"/>
                  </a:lnTo>
                  <a:lnTo>
                    <a:pt x="196" y="499"/>
                  </a:lnTo>
                  <a:lnTo>
                    <a:pt x="676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29" name="Freeform 12"/>
            <p:cNvSpPr/>
            <p:nvPr/>
          </p:nvSpPr>
          <p:spPr bwMode="auto">
            <a:xfrm>
              <a:off x="1770" y="3"/>
              <a:ext cx="677" cy="499"/>
            </a:xfrm>
            <a:custGeom>
              <a:avLst/>
              <a:gdLst>
                <a:gd name="T0" fmla="*/ 483 w 677"/>
                <a:gd name="T1" fmla="*/ 0 h 499"/>
                <a:gd name="T2" fmla="*/ 0 w 677"/>
                <a:gd name="T3" fmla="*/ 499 h 499"/>
                <a:gd name="T4" fmla="*/ 197 w 677"/>
                <a:gd name="T5" fmla="*/ 499 h 499"/>
                <a:gd name="T6" fmla="*/ 677 w 677"/>
                <a:gd name="T7" fmla="*/ 0 h 499"/>
                <a:gd name="T8" fmla="*/ 483 w 677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7" h="499">
                  <a:moveTo>
                    <a:pt x="483" y="0"/>
                  </a:moveTo>
                  <a:lnTo>
                    <a:pt x="0" y="499"/>
                  </a:lnTo>
                  <a:lnTo>
                    <a:pt x="197" y="499"/>
                  </a:lnTo>
                  <a:lnTo>
                    <a:pt x="677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30" name="Freeform 13"/>
            <p:cNvSpPr/>
            <p:nvPr/>
          </p:nvSpPr>
          <p:spPr bwMode="auto">
            <a:xfrm>
              <a:off x="1328" y="3"/>
              <a:ext cx="676" cy="499"/>
            </a:xfrm>
            <a:custGeom>
              <a:avLst/>
              <a:gdLst>
                <a:gd name="T0" fmla="*/ 483 w 676"/>
                <a:gd name="T1" fmla="*/ 0 h 499"/>
                <a:gd name="T2" fmla="*/ 0 w 676"/>
                <a:gd name="T3" fmla="*/ 499 h 499"/>
                <a:gd name="T4" fmla="*/ 196 w 676"/>
                <a:gd name="T5" fmla="*/ 499 h 499"/>
                <a:gd name="T6" fmla="*/ 676 w 676"/>
                <a:gd name="T7" fmla="*/ 0 h 499"/>
                <a:gd name="T8" fmla="*/ 483 w 676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6" h="499">
                  <a:moveTo>
                    <a:pt x="483" y="0"/>
                  </a:moveTo>
                  <a:lnTo>
                    <a:pt x="0" y="499"/>
                  </a:lnTo>
                  <a:lnTo>
                    <a:pt x="196" y="499"/>
                  </a:lnTo>
                  <a:lnTo>
                    <a:pt x="676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31" name="Freeform 14"/>
            <p:cNvSpPr/>
            <p:nvPr/>
          </p:nvSpPr>
          <p:spPr bwMode="auto">
            <a:xfrm>
              <a:off x="885" y="3"/>
              <a:ext cx="677" cy="499"/>
            </a:xfrm>
            <a:custGeom>
              <a:avLst/>
              <a:gdLst>
                <a:gd name="T0" fmla="*/ 483 w 677"/>
                <a:gd name="T1" fmla="*/ 0 h 499"/>
                <a:gd name="T2" fmla="*/ 0 w 677"/>
                <a:gd name="T3" fmla="*/ 499 h 499"/>
                <a:gd name="T4" fmla="*/ 197 w 677"/>
                <a:gd name="T5" fmla="*/ 499 h 499"/>
                <a:gd name="T6" fmla="*/ 677 w 677"/>
                <a:gd name="T7" fmla="*/ 0 h 499"/>
                <a:gd name="T8" fmla="*/ 483 w 677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7" h="499">
                  <a:moveTo>
                    <a:pt x="483" y="0"/>
                  </a:moveTo>
                  <a:lnTo>
                    <a:pt x="0" y="499"/>
                  </a:lnTo>
                  <a:lnTo>
                    <a:pt x="197" y="499"/>
                  </a:lnTo>
                  <a:lnTo>
                    <a:pt x="677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32" name="Freeform 15"/>
            <p:cNvSpPr/>
            <p:nvPr/>
          </p:nvSpPr>
          <p:spPr bwMode="auto">
            <a:xfrm>
              <a:off x="443" y="3"/>
              <a:ext cx="676" cy="499"/>
            </a:xfrm>
            <a:custGeom>
              <a:avLst/>
              <a:gdLst>
                <a:gd name="T0" fmla="*/ 483 w 676"/>
                <a:gd name="T1" fmla="*/ 0 h 499"/>
                <a:gd name="T2" fmla="*/ 0 w 676"/>
                <a:gd name="T3" fmla="*/ 499 h 499"/>
                <a:gd name="T4" fmla="*/ 196 w 676"/>
                <a:gd name="T5" fmla="*/ 499 h 499"/>
                <a:gd name="T6" fmla="*/ 676 w 676"/>
                <a:gd name="T7" fmla="*/ 0 h 499"/>
                <a:gd name="T8" fmla="*/ 483 w 676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6" h="499">
                  <a:moveTo>
                    <a:pt x="483" y="0"/>
                  </a:moveTo>
                  <a:lnTo>
                    <a:pt x="0" y="499"/>
                  </a:lnTo>
                  <a:lnTo>
                    <a:pt x="196" y="499"/>
                  </a:lnTo>
                  <a:lnTo>
                    <a:pt x="676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33" name="Freeform 16"/>
            <p:cNvSpPr/>
            <p:nvPr/>
          </p:nvSpPr>
          <p:spPr bwMode="auto">
            <a:xfrm>
              <a:off x="0" y="3"/>
              <a:ext cx="677" cy="499"/>
            </a:xfrm>
            <a:custGeom>
              <a:avLst/>
              <a:gdLst>
                <a:gd name="T0" fmla="*/ 483 w 677"/>
                <a:gd name="T1" fmla="*/ 0 h 499"/>
                <a:gd name="T2" fmla="*/ 0 w 677"/>
                <a:gd name="T3" fmla="*/ 499 h 499"/>
                <a:gd name="T4" fmla="*/ 197 w 677"/>
                <a:gd name="T5" fmla="*/ 499 h 499"/>
                <a:gd name="T6" fmla="*/ 677 w 677"/>
                <a:gd name="T7" fmla="*/ 0 h 499"/>
                <a:gd name="T8" fmla="*/ 483 w 677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7" h="499">
                  <a:moveTo>
                    <a:pt x="483" y="0"/>
                  </a:moveTo>
                  <a:lnTo>
                    <a:pt x="0" y="499"/>
                  </a:lnTo>
                  <a:lnTo>
                    <a:pt x="197" y="499"/>
                  </a:lnTo>
                  <a:lnTo>
                    <a:pt x="677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34" name="Freeform 15"/>
            <p:cNvSpPr/>
            <p:nvPr/>
          </p:nvSpPr>
          <p:spPr bwMode="auto">
            <a:xfrm>
              <a:off x="-413" y="-17"/>
              <a:ext cx="676" cy="499"/>
            </a:xfrm>
            <a:custGeom>
              <a:avLst/>
              <a:gdLst>
                <a:gd name="T0" fmla="*/ 483 w 676"/>
                <a:gd name="T1" fmla="*/ 0 h 499"/>
                <a:gd name="T2" fmla="*/ 0 w 676"/>
                <a:gd name="T3" fmla="*/ 499 h 499"/>
                <a:gd name="T4" fmla="*/ 196 w 676"/>
                <a:gd name="T5" fmla="*/ 499 h 499"/>
                <a:gd name="T6" fmla="*/ 676 w 676"/>
                <a:gd name="T7" fmla="*/ 0 h 499"/>
                <a:gd name="T8" fmla="*/ 483 w 676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6" h="499">
                  <a:moveTo>
                    <a:pt x="483" y="0"/>
                  </a:moveTo>
                  <a:lnTo>
                    <a:pt x="0" y="499"/>
                  </a:lnTo>
                  <a:lnTo>
                    <a:pt x="196" y="499"/>
                  </a:lnTo>
                  <a:lnTo>
                    <a:pt x="676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  <p:sp>
          <p:nvSpPr>
            <p:cNvPr id="35" name="Freeform 16"/>
            <p:cNvSpPr/>
            <p:nvPr/>
          </p:nvSpPr>
          <p:spPr bwMode="auto">
            <a:xfrm>
              <a:off x="-856" y="-17"/>
              <a:ext cx="677" cy="499"/>
            </a:xfrm>
            <a:custGeom>
              <a:avLst/>
              <a:gdLst>
                <a:gd name="T0" fmla="*/ 483 w 677"/>
                <a:gd name="T1" fmla="*/ 0 h 499"/>
                <a:gd name="T2" fmla="*/ 0 w 677"/>
                <a:gd name="T3" fmla="*/ 499 h 499"/>
                <a:gd name="T4" fmla="*/ 197 w 677"/>
                <a:gd name="T5" fmla="*/ 499 h 499"/>
                <a:gd name="T6" fmla="*/ 677 w 677"/>
                <a:gd name="T7" fmla="*/ 0 h 499"/>
                <a:gd name="T8" fmla="*/ 483 w 677"/>
                <a:gd name="T9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7" h="499">
                  <a:moveTo>
                    <a:pt x="483" y="0"/>
                  </a:moveTo>
                  <a:lnTo>
                    <a:pt x="0" y="499"/>
                  </a:lnTo>
                  <a:lnTo>
                    <a:pt x="197" y="499"/>
                  </a:lnTo>
                  <a:lnTo>
                    <a:pt x="677" y="0"/>
                  </a:lnTo>
                  <a:lnTo>
                    <a:pt x="48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86674"/>
                </a:solidFill>
              </a:endParaRPr>
            </a:p>
          </p:txBody>
        </p:sp>
      </p:grpSp>
      <p:sp>
        <p:nvSpPr>
          <p:cNvPr id="40" name="文本框 2"/>
          <p:cNvSpPr txBox="1"/>
          <p:nvPr>
            <p:custDataLst>
              <p:tags r:id="rId3"/>
            </p:custDataLst>
          </p:nvPr>
        </p:nvSpPr>
        <p:spPr>
          <a:xfrm>
            <a:off x="797623" y="628141"/>
            <a:ext cx="235210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未来工作计划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41" name="圆角矩形 40"/>
          <p:cNvSpPr/>
          <p:nvPr/>
        </p:nvSpPr>
        <p:spPr>
          <a:xfrm rot="18917253">
            <a:off x="464199" y="751640"/>
            <a:ext cx="276220" cy="276220"/>
          </a:xfrm>
          <a:prstGeom prst="roundRect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7066" y="1478125"/>
            <a:ext cx="5604934" cy="538093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5528396" cy="4936067"/>
          </a:xfrm>
          <a:prstGeom prst="rect">
            <a:avLst/>
          </a:prstGeom>
        </p:spPr>
      </p:pic>
      <p:sp>
        <p:nvSpPr>
          <p:cNvPr id="17" name="Freeform 58"/>
          <p:cNvSpPr/>
          <p:nvPr/>
        </p:nvSpPr>
        <p:spPr bwMode="auto">
          <a:xfrm>
            <a:off x="895150" y="3674976"/>
            <a:ext cx="2522116" cy="395352"/>
          </a:xfrm>
          <a:custGeom>
            <a:avLst/>
            <a:gdLst>
              <a:gd name="T0" fmla="*/ 850 w 850"/>
              <a:gd name="T1" fmla="*/ 0 h 156"/>
              <a:gd name="T2" fmla="*/ 44 w 850"/>
              <a:gd name="T3" fmla="*/ 0 h 156"/>
              <a:gd name="T4" fmla="*/ 0 w 850"/>
              <a:gd name="T5" fmla="*/ 44 h 156"/>
              <a:gd name="T6" fmla="*/ 44 w 850"/>
              <a:gd name="T7" fmla="*/ 88 h 156"/>
              <a:gd name="T8" fmla="*/ 379 w 850"/>
              <a:gd name="T9" fmla="*/ 88 h 156"/>
              <a:gd name="T10" fmla="*/ 413 w 850"/>
              <a:gd name="T11" fmla="*/ 146 h 156"/>
              <a:gd name="T12" fmla="*/ 439 w 850"/>
              <a:gd name="T13" fmla="*/ 146 h 156"/>
              <a:gd name="T14" fmla="*/ 473 w 850"/>
              <a:gd name="T15" fmla="*/ 88 h 156"/>
              <a:gd name="T16" fmla="*/ 850 w 850"/>
              <a:gd name="T17" fmla="*/ 88 h 156"/>
              <a:gd name="T18" fmla="*/ 850 w 850"/>
              <a:gd name="T19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50" h="156">
                <a:moveTo>
                  <a:pt x="850" y="0"/>
                </a:moveTo>
                <a:cubicBezTo>
                  <a:pt x="44" y="0"/>
                  <a:pt x="44" y="0"/>
                  <a:pt x="44" y="0"/>
                </a:cubicBezTo>
                <a:cubicBezTo>
                  <a:pt x="19" y="0"/>
                  <a:pt x="0" y="20"/>
                  <a:pt x="0" y="44"/>
                </a:cubicBezTo>
                <a:cubicBezTo>
                  <a:pt x="0" y="68"/>
                  <a:pt x="19" y="88"/>
                  <a:pt x="44" y="88"/>
                </a:cubicBezTo>
                <a:cubicBezTo>
                  <a:pt x="379" y="88"/>
                  <a:pt x="379" y="88"/>
                  <a:pt x="379" y="88"/>
                </a:cubicBezTo>
                <a:cubicBezTo>
                  <a:pt x="413" y="146"/>
                  <a:pt x="413" y="146"/>
                  <a:pt x="413" y="146"/>
                </a:cubicBezTo>
                <a:cubicBezTo>
                  <a:pt x="419" y="156"/>
                  <a:pt x="433" y="156"/>
                  <a:pt x="439" y="146"/>
                </a:cubicBezTo>
                <a:cubicBezTo>
                  <a:pt x="473" y="88"/>
                  <a:pt x="473" y="88"/>
                  <a:pt x="473" y="88"/>
                </a:cubicBezTo>
                <a:cubicBezTo>
                  <a:pt x="850" y="88"/>
                  <a:pt x="850" y="88"/>
                  <a:pt x="850" y="88"/>
                </a:cubicBezTo>
                <a:lnTo>
                  <a:pt x="850" y="0"/>
                </a:lnTo>
                <a:close/>
              </a:path>
            </a:pathLst>
          </a:custGeom>
          <a:solidFill>
            <a:srgbClr val="28667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旗黑-45S" panose="00020600040101010101" pitchFamily="18" charset="-122"/>
              <a:ea typeface="汉仪旗黑-45S" panose="00020600040101010101" pitchFamily="18" charset="-122"/>
              <a:cs typeface="汉仪旗黑-45S" panose="00020600040101010101" pitchFamily="18" charset="-122"/>
            </a:endParaRPr>
          </a:p>
        </p:txBody>
      </p:sp>
      <p:sp>
        <p:nvSpPr>
          <p:cNvPr id="18" name="Freeform 59"/>
          <p:cNvSpPr/>
          <p:nvPr/>
        </p:nvSpPr>
        <p:spPr bwMode="auto">
          <a:xfrm>
            <a:off x="3527327" y="3463416"/>
            <a:ext cx="2515916" cy="435020"/>
          </a:xfrm>
          <a:custGeom>
            <a:avLst/>
            <a:gdLst>
              <a:gd name="T0" fmla="*/ 480 w 848"/>
              <a:gd name="T1" fmla="*/ 84 h 172"/>
              <a:gd name="T2" fmla="*/ 437 w 848"/>
              <a:gd name="T3" fmla="*/ 10 h 172"/>
              <a:gd name="T4" fmla="*/ 410 w 848"/>
              <a:gd name="T5" fmla="*/ 10 h 172"/>
              <a:gd name="T6" fmla="*/ 367 w 848"/>
              <a:gd name="T7" fmla="*/ 84 h 172"/>
              <a:gd name="T8" fmla="*/ 0 w 848"/>
              <a:gd name="T9" fmla="*/ 84 h 172"/>
              <a:gd name="T10" fmla="*/ 0 w 848"/>
              <a:gd name="T11" fmla="*/ 172 h 172"/>
              <a:gd name="T12" fmla="*/ 848 w 848"/>
              <a:gd name="T13" fmla="*/ 172 h 172"/>
              <a:gd name="T14" fmla="*/ 848 w 848"/>
              <a:gd name="T15" fmla="*/ 84 h 172"/>
              <a:gd name="T16" fmla="*/ 480 w 848"/>
              <a:gd name="T17" fmla="*/ 84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48" h="172">
                <a:moveTo>
                  <a:pt x="480" y="84"/>
                </a:moveTo>
                <a:cubicBezTo>
                  <a:pt x="437" y="10"/>
                  <a:pt x="437" y="10"/>
                  <a:pt x="437" y="10"/>
                </a:cubicBezTo>
                <a:cubicBezTo>
                  <a:pt x="431" y="0"/>
                  <a:pt x="416" y="0"/>
                  <a:pt x="410" y="10"/>
                </a:cubicBezTo>
                <a:cubicBezTo>
                  <a:pt x="367" y="84"/>
                  <a:pt x="367" y="84"/>
                  <a:pt x="367" y="84"/>
                </a:cubicBezTo>
                <a:cubicBezTo>
                  <a:pt x="0" y="84"/>
                  <a:pt x="0" y="84"/>
                  <a:pt x="0" y="84"/>
                </a:cubicBezTo>
                <a:cubicBezTo>
                  <a:pt x="0" y="172"/>
                  <a:pt x="0" y="172"/>
                  <a:pt x="0" y="172"/>
                </a:cubicBezTo>
                <a:cubicBezTo>
                  <a:pt x="848" y="172"/>
                  <a:pt x="848" y="172"/>
                  <a:pt x="848" y="172"/>
                </a:cubicBezTo>
                <a:cubicBezTo>
                  <a:pt x="848" y="84"/>
                  <a:pt x="848" y="84"/>
                  <a:pt x="848" y="84"/>
                </a:cubicBezTo>
                <a:lnTo>
                  <a:pt x="480" y="84"/>
                </a:lnTo>
                <a:close/>
              </a:path>
            </a:pathLst>
          </a:custGeom>
          <a:solidFill>
            <a:srgbClr val="28667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旗黑-45S" panose="00020600040101010101" pitchFamily="18" charset="-122"/>
              <a:ea typeface="汉仪旗黑-45S" panose="00020600040101010101" pitchFamily="18" charset="-122"/>
              <a:cs typeface="汉仪旗黑-45S" panose="00020600040101010101" pitchFamily="18" charset="-122"/>
            </a:endParaRPr>
          </a:p>
        </p:txBody>
      </p:sp>
      <p:sp>
        <p:nvSpPr>
          <p:cNvPr id="19" name="Freeform 60"/>
          <p:cNvSpPr/>
          <p:nvPr/>
        </p:nvSpPr>
        <p:spPr bwMode="auto">
          <a:xfrm>
            <a:off x="6157956" y="3674976"/>
            <a:ext cx="2515916" cy="395352"/>
          </a:xfrm>
          <a:custGeom>
            <a:avLst/>
            <a:gdLst>
              <a:gd name="T0" fmla="*/ 848 w 848"/>
              <a:gd name="T1" fmla="*/ 0 h 156"/>
              <a:gd name="T2" fmla="*/ 0 w 848"/>
              <a:gd name="T3" fmla="*/ 0 h 156"/>
              <a:gd name="T4" fmla="*/ 0 w 848"/>
              <a:gd name="T5" fmla="*/ 88 h 156"/>
              <a:gd name="T6" fmla="*/ 377 w 848"/>
              <a:gd name="T7" fmla="*/ 88 h 156"/>
              <a:gd name="T8" fmla="*/ 411 w 848"/>
              <a:gd name="T9" fmla="*/ 146 h 156"/>
              <a:gd name="T10" fmla="*/ 437 w 848"/>
              <a:gd name="T11" fmla="*/ 146 h 156"/>
              <a:gd name="T12" fmla="*/ 471 w 848"/>
              <a:gd name="T13" fmla="*/ 88 h 156"/>
              <a:gd name="T14" fmla="*/ 848 w 848"/>
              <a:gd name="T15" fmla="*/ 88 h 156"/>
              <a:gd name="T16" fmla="*/ 848 w 848"/>
              <a:gd name="T1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48" h="156">
                <a:moveTo>
                  <a:pt x="84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88"/>
                  <a:pt x="0" y="88"/>
                  <a:pt x="0" y="88"/>
                </a:cubicBezTo>
                <a:cubicBezTo>
                  <a:pt x="377" y="88"/>
                  <a:pt x="377" y="88"/>
                  <a:pt x="377" y="88"/>
                </a:cubicBezTo>
                <a:cubicBezTo>
                  <a:pt x="411" y="146"/>
                  <a:pt x="411" y="146"/>
                  <a:pt x="411" y="146"/>
                </a:cubicBezTo>
                <a:cubicBezTo>
                  <a:pt x="417" y="156"/>
                  <a:pt x="431" y="156"/>
                  <a:pt x="437" y="146"/>
                </a:cubicBezTo>
                <a:cubicBezTo>
                  <a:pt x="471" y="88"/>
                  <a:pt x="471" y="88"/>
                  <a:pt x="471" y="88"/>
                </a:cubicBezTo>
                <a:cubicBezTo>
                  <a:pt x="848" y="88"/>
                  <a:pt x="848" y="88"/>
                  <a:pt x="848" y="88"/>
                </a:cubicBezTo>
                <a:lnTo>
                  <a:pt x="848" y="0"/>
                </a:lnTo>
                <a:close/>
              </a:path>
            </a:pathLst>
          </a:custGeom>
          <a:solidFill>
            <a:srgbClr val="28667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旗黑-45S" panose="00020600040101010101" pitchFamily="18" charset="-122"/>
              <a:ea typeface="汉仪旗黑-45S" panose="00020600040101010101" pitchFamily="18" charset="-122"/>
              <a:cs typeface="汉仪旗黑-45S" panose="00020600040101010101" pitchFamily="18" charset="-122"/>
            </a:endParaRPr>
          </a:p>
        </p:txBody>
      </p:sp>
      <p:sp>
        <p:nvSpPr>
          <p:cNvPr id="20" name="Freeform 61"/>
          <p:cNvSpPr/>
          <p:nvPr/>
        </p:nvSpPr>
        <p:spPr bwMode="auto">
          <a:xfrm>
            <a:off x="8783933" y="3503084"/>
            <a:ext cx="2525217" cy="395352"/>
          </a:xfrm>
          <a:custGeom>
            <a:avLst/>
            <a:gdLst>
              <a:gd name="T0" fmla="*/ 807 w 851"/>
              <a:gd name="T1" fmla="*/ 156 h 156"/>
              <a:gd name="T2" fmla="*/ 0 w 851"/>
              <a:gd name="T3" fmla="*/ 156 h 156"/>
              <a:gd name="T4" fmla="*/ 0 w 851"/>
              <a:gd name="T5" fmla="*/ 68 h 156"/>
              <a:gd name="T6" fmla="*/ 378 w 851"/>
              <a:gd name="T7" fmla="*/ 68 h 156"/>
              <a:gd name="T8" fmla="*/ 413 w 851"/>
              <a:gd name="T9" fmla="*/ 10 h 156"/>
              <a:gd name="T10" fmla="*/ 439 w 851"/>
              <a:gd name="T11" fmla="*/ 10 h 156"/>
              <a:gd name="T12" fmla="*/ 473 w 851"/>
              <a:gd name="T13" fmla="*/ 68 h 156"/>
              <a:gd name="T14" fmla="*/ 807 w 851"/>
              <a:gd name="T15" fmla="*/ 68 h 156"/>
              <a:gd name="T16" fmla="*/ 851 w 851"/>
              <a:gd name="T17" fmla="*/ 112 h 156"/>
              <a:gd name="T18" fmla="*/ 807 w 851"/>
              <a:gd name="T19" fmla="*/ 156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51" h="156">
                <a:moveTo>
                  <a:pt x="807" y="156"/>
                </a:moveTo>
                <a:cubicBezTo>
                  <a:pt x="0" y="156"/>
                  <a:pt x="0" y="156"/>
                  <a:pt x="0" y="156"/>
                </a:cubicBezTo>
                <a:cubicBezTo>
                  <a:pt x="0" y="68"/>
                  <a:pt x="0" y="68"/>
                  <a:pt x="0" y="68"/>
                </a:cubicBezTo>
                <a:cubicBezTo>
                  <a:pt x="378" y="68"/>
                  <a:pt x="378" y="68"/>
                  <a:pt x="378" y="68"/>
                </a:cubicBezTo>
                <a:cubicBezTo>
                  <a:pt x="413" y="10"/>
                  <a:pt x="413" y="10"/>
                  <a:pt x="413" y="10"/>
                </a:cubicBezTo>
                <a:cubicBezTo>
                  <a:pt x="418" y="0"/>
                  <a:pt x="433" y="0"/>
                  <a:pt x="439" y="10"/>
                </a:cubicBezTo>
                <a:cubicBezTo>
                  <a:pt x="473" y="68"/>
                  <a:pt x="473" y="68"/>
                  <a:pt x="473" y="68"/>
                </a:cubicBezTo>
                <a:cubicBezTo>
                  <a:pt x="807" y="68"/>
                  <a:pt x="807" y="68"/>
                  <a:pt x="807" y="68"/>
                </a:cubicBezTo>
                <a:cubicBezTo>
                  <a:pt x="831" y="68"/>
                  <a:pt x="851" y="88"/>
                  <a:pt x="851" y="112"/>
                </a:cubicBezTo>
                <a:cubicBezTo>
                  <a:pt x="851" y="136"/>
                  <a:pt x="831" y="156"/>
                  <a:pt x="807" y="156"/>
                </a:cubicBezTo>
              </a:path>
            </a:pathLst>
          </a:custGeom>
          <a:solidFill>
            <a:srgbClr val="28667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旗黑-45S" panose="00020600040101010101" pitchFamily="18" charset="-122"/>
              <a:ea typeface="汉仪旗黑-45S" panose="00020600040101010101" pitchFamily="18" charset="-122"/>
              <a:cs typeface="汉仪旗黑-45S" panose="00020600040101010101" pitchFamily="18" charset="-122"/>
            </a:endParaRPr>
          </a:p>
        </p:txBody>
      </p:sp>
      <p:sp>
        <p:nvSpPr>
          <p:cNvPr id="21" name="1"/>
          <p:cNvSpPr txBox="1">
            <a:spLocks noChangeArrowheads="1"/>
          </p:cNvSpPr>
          <p:nvPr/>
        </p:nvSpPr>
        <p:spPr bwMode="auto">
          <a:xfrm>
            <a:off x="955642" y="1850457"/>
            <a:ext cx="15466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286674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工作计划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2" name="1"/>
          <p:cNvSpPr txBox="1">
            <a:spLocks noChangeArrowheads="1"/>
          </p:cNvSpPr>
          <p:nvPr/>
        </p:nvSpPr>
        <p:spPr bwMode="auto">
          <a:xfrm>
            <a:off x="970482" y="2238372"/>
            <a:ext cx="2183749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3" name="1"/>
          <p:cNvSpPr txBox="1">
            <a:spLocks noChangeArrowheads="1"/>
          </p:cNvSpPr>
          <p:nvPr/>
        </p:nvSpPr>
        <p:spPr bwMode="auto">
          <a:xfrm>
            <a:off x="6285706" y="1889440"/>
            <a:ext cx="165219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>
              <a:spcBef>
                <a:spcPct val="20000"/>
              </a:spcBef>
              <a:defRPr/>
            </a:pPr>
            <a:r>
              <a:rPr lang="zh-CN" altLang="en-US" sz="200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工作计划</a:t>
            </a:r>
            <a:endParaRPr lang="en-US" altLang="zh-CN" sz="20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4" name="1"/>
          <p:cNvSpPr txBox="1">
            <a:spLocks noChangeArrowheads="1"/>
          </p:cNvSpPr>
          <p:nvPr/>
        </p:nvSpPr>
        <p:spPr bwMode="auto">
          <a:xfrm>
            <a:off x="6300546" y="2277355"/>
            <a:ext cx="2183749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5" name="1"/>
          <p:cNvSpPr txBox="1">
            <a:spLocks noChangeArrowheads="1"/>
          </p:cNvSpPr>
          <p:nvPr/>
        </p:nvSpPr>
        <p:spPr bwMode="auto">
          <a:xfrm>
            <a:off x="3597241" y="4236015"/>
            <a:ext cx="15635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>
              <a:spcBef>
                <a:spcPct val="20000"/>
              </a:spcBef>
              <a:defRPr/>
            </a:pPr>
            <a:r>
              <a:rPr lang="zh-CN" altLang="en-US" sz="200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工作计划</a:t>
            </a:r>
            <a:endParaRPr lang="en-US" altLang="zh-CN" sz="20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7" name="1"/>
          <p:cNvSpPr txBox="1">
            <a:spLocks noChangeArrowheads="1"/>
          </p:cNvSpPr>
          <p:nvPr/>
        </p:nvSpPr>
        <p:spPr bwMode="auto">
          <a:xfrm>
            <a:off x="3612081" y="4623930"/>
            <a:ext cx="2183749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8" name="1"/>
          <p:cNvSpPr txBox="1">
            <a:spLocks noChangeArrowheads="1"/>
          </p:cNvSpPr>
          <p:nvPr/>
        </p:nvSpPr>
        <p:spPr bwMode="auto">
          <a:xfrm>
            <a:off x="8927304" y="4274998"/>
            <a:ext cx="167759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>
              <a:spcBef>
                <a:spcPct val="20000"/>
              </a:spcBef>
              <a:defRPr/>
            </a:pPr>
            <a:r>
              <a:rPr lang="zh-CN" altLang="en-US" sz="200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工作计划</a:t>
            </a:r>
            <a:endParaRPr lang="en-US" altLang="zh-CN" sz="200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9" name="1"/>
          <p:cNvSpPr txBox="1">
            <a:spLocks noChangeArrowheads="1"/>
          </p:cNvSpPr>
          <p:nvPr/>
        </p:nvSpPr>
        <p:spPr bwMode="auto">
          <a:xfrm>
            <a:off x="8942145" y="4662913"/>
            <a:ext cx="2183749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30" name="文本框 2"/>
          <p:cNvSpPr txBox="1"/>
          <p:nvPr>
            <p:custDataLst>
              <p:tags r:id="rId3"/>
            </p:custDataLst>
          </p:nvPr>
        </p:nvSpPr>
        <p:spPr>
          <a:xfrm>
            <a:off x="797623" y="628141"/>
            <a:ext cx="235210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未来工作计划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31" name="圆角矩形 30"/>
          <p:cNvSpPr/>
          <p:nvPr/>
        </p:nvSpPr>
        <p:spPr>
          <a:xfrm rot="18917253">
            <a:off x="464199" y="751640"/>
            <a:ext cx="276220" cy="276220"/>
          </a:xfrm>
          <a:prstGeom prst="roundRect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7066" y="1478125"/>
            <a:ext cx="5604934" cy="5380931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5528396" cy="4936067"/>
          </a:xfrm>
          <a:prstGeom prst="rect">
            <a:avLst/>
          </a:prstGeom>
        </p:spPr>
      </p:pic>
      <p:sp>
        <p:nvSpPr>
          <p:cNvPr id="43" name="文本框 2"/>
          <p:cNvSpPr txBox="1"/>
          <p:nvPr>
            <p:custDataLst>
              <p:tags r:id="rId3"/>
            </p:custDataLst>
          </p:nvPr>
        </p:nvSpPr>
        <p:spPr>
          <a:xfrm>
            <a:off x="797623" y="628141"/>
            <a:ext cx="235210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未来工作计划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44" name="圆角矩形 43"/>
          <p:cNvSpPr/>
          <p:nvPr/>
        </p:nvSpPr>
        <p:spPr>
          <a:xfrm rot="18917253">
            <a:off x="464199" y="751640"/>
            <a:ext cx="276220" cy="276220"/>
          </a:xfrm>
          <a:prstGeom prst="roundRect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6679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7629625" y="1894859"/>
            <a:ext cx="3687663" cy="2643311"/>
          </a:xfrm>
          <a:prstGeom prst="rect">
            <a:avLst/>
          </a:pr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45S" panose="00020600040101010101" pitchFamily="18" charset="-122"/>
              <a:ea typeface="汉仪旗黑-45S" panose="00020600040101010101" pitchFamily="18" charset="-122"/>
              <a:cs typeface="汉仪旗黑-45S" panose="00020600040101010101" pitchFamily="18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78942" y="1894859"/>
            <a:ext cx="6750683" cy="2643311"/>
          </a:xfrm>
          <a:prstGeom prst="rect">
            <a:avLst/>
          </a:prstGeom>
          <a:blipFill dpi="0" rotWithShape="1">
            <a:blip r:embed="rId4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45S" panose="00020600040101010101" pitchFamily="18" charset="-122"/>
              <a:ea typeface="汉仪旗黑-45S" panose="00020600040101010101" pitchFamily="18" charset="-122"/>
              <a:cs typeface="汉仪旗黑-45S" panose="00020600040101010101" pitchFamily="18" charset="-122"/>
            </a:endParaRPr>
          </a:p>
        </p:txBody>
      </p:sp>
      <p:sp>
        <p:nvSpPr>
          <p:cNvPr id="24" name="1"/>
          <p:cNvSpPr txBox="1">
            <a:spLocks noChangeArrowheads="1"/>
          </p:cNvSpPr>
          <p:nvPr/>
        </p:nvSpPr>
        <p:spPr bwMode="auto">
          <a:xfrm>
            <a:off x="904343" y="4859978"/>
            <a:ext cx="20368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</a:t>
            </a:r>
            <a:r>
              <a:rPr lang="zh-CN" altLang="en-US" sz="240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作汇报小结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5" name="1"/>
          <p:cNvSpPr txBox="1">
            <a:spLocks noChangeArrowheads="1"/>
          </p:cNvSpPr>
          <p:nvPr/>
        </p:nvSpPr>
        <p:spPr bwMode="auto">
          <a:xfrm>
            <a:off x="904345" y="5320495"/>
            <a:ext cx="10438344" cy="530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单击此处输入你的正文，文字是您思想的提炼，为了最终演示发布的良好效果，请尽量言简意赅的阐述观点</a:t>
            </a:r>
            <a:r>
              <a:rPr lang="zh-CN" altLang="en-US" sz="12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；</a:t>
            </a:r>
            <a:endParaRPr lang="zh-CN" altLang="en-US" sz="12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8" name="1"/>
          <p:cNvSpPr txBox="1">
            <a:spLocks noChangeArrowheads="1"/>
          </p:cNvSpPr>
          <p:nvPr/>
        </p:nvSpPr>
        <p:spPr bwMode="auto">
          <a:xfrm>
            <a:off x="8214758" y="2535815"/>
            <a:ext cx="2668958" cy="1361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单击此处输入你的正文，文字是您思想的提炼，为了最终演示发布的良好效果，请尽量言简意赅的阐述观点；根据需要可酌情增减文字，以便观者可以准确理解您所传达的信息</a:t>
            </a:r>
            <a:r>
              <a:rPr lang="zh-CN" altLang="en-US" sz="1200" dirty="0" smtClean="0">
                <a:solidFill>
                  <a:schemeClr val="bg1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bg1"/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1137" y="5325937"/>
            <a:ext cx="4608975" cy="153632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17"/>
            <a:ext cx="3359187" cy="6718374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374" y="0"/>
            <a:ext cx="7681626" cy="6858594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760516" y="5900030"/>
            <a:ext cx="8527418" cy="338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600" dirty="0" smtClean="0">
                <a:solidFill>
                  <a:srgbClr val="286674"/>
                </a:solidFill>
                <a:latin typeface="汉仪旗黑-45S" panose="00020600040101010101" pitchFamily="18" charset="-122"/>
                <a:ea typeface="汉仪旗黑-45S" panose="00020600040101010101" pitchFamily="18" charset="-122"/>
              </a:rPr>
              <a:t>DIFFUSE LIGHT</a:t>
            </a:r>
            <a:endParaRPr lang="zh-CN" altLang="en-US" sz="1600" dirty="0">
              <a:solidFill>
                <a:srgbClr val="286674"/>
              </a:solidFill>
              <a:latin typeface="汉仪旗黑-45S" panose="00020600040101010101" pitchFamily="18" charset="-122"/>
              <a:ea typeface="汉仪旗黑-45S" panose="00020600040101010101" pitchFamily="18" charset="-122"/>
            </a:endParaRPr>
          </a:p>
        </p:txBody>
      </p:sp>
      <p:sp>
        <p:nvSpPr>
          <p:cNvPr id="15" name="文本框 2"/>
          <p:cNvSpPr txBox="1"/>
          <p:nvPr>
            <p:custDataLst>
              <p:tags r:id="rId4"/>
            </p:custDataLst>
          </p:nvPr>
        </p:nvSpPr>
        <p:spPr>
          <a:xfrm rot="5400000">
            <a:off x="8891561" y="2689590"/>
            <a:ext cx="5651441" cy="144655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lvl="0" algn="dist">
              <a:lnSpc>
                <a:spcPct val="100000"/>
              </a:lnSpc>
              <a:defRPr/>
            </a:pPr>
            <a:r>
              <a:rPr lang="en-US" sz="8800" b="0" noProof="0" dirty="0" smtClean="0">
                <a:ln>
                  <a:solidFill>
                    <a:srgbClr val="286674"/>
                  </a:solidFill>
                </a:ln>
                <a:noFill/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BUSINESS</a:t>
            </a:r>
            <a:endParaRPr kumimoji="0" lang="en-US" sz="8800" b="0" i="0" u="none" strike="noStrike" kern="1200" cap="none" spc="0" normalizeH="0" baseline="0" noProof="0" dirty="0">
              <a:ln>
                <a:solidFill>
                  <a:srgbClr val="286674"/>
                </a:solidFill>
              </a:ln>
              <a:noFill/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865088" y="731738"/>
            <a:ext cx="1470554" cy="202336"/>
          </a:xfrm>
          <a:custGeom>
            <a:avLst/>
            <a:gdLst>
              <a:gd name="connsiteX0" fmla="*/ 557632 w 1387298"/>
              <a:gd name="connsiteY0" fmla="*/ 41148 h 190881"/>
              <a:gd name="connsiteX1" fmla="*/ 557632 w 1387298"/>
              <a:gd name="connsiteY1" fmla="*/ 87554 h 190881"/>
              <a:gd name="connsiteX2" fmla="*/ 580949 w 1387298"/>
              <a:gd name="connsiteY2" fmla="*/ 87554 h 190881"/>
              <a:gd name="connsiteX3" fmla="*/ 590893 w 1387298"/>
              <a:gd name="connsiteY3" fmla="*/ 86068 h 190881"/>
              <a:gd name="connsiteX4" fmla="*/ 599580 w 1387298"/>
              <a:gd name="connsiteY4" fmla="*/ 81610 h 190881"/>
              <a:gd name="connsiteX5" fmla="*/ 605638 w 1387298"/>
              <a:gd name="connsiteY5" fmla="*/ 74295 h 190881"/>
              <a:gd name="connsiteX6" fmla="*/ 607924 w 1387298"/>
              <a:gd name="connsiteY6" fmla="*/ 64236 h 190881"/>
              <a:gd name="connsiteX7" fmla="*/ 605409 w 1387298"/>
              <a:gd name="connsiteY7" fmla="*/ 54178 h 190881"/>
              <a:gd name="connsiteX8" fmla="*/ 599008 w 1387298"/>
              <a:gd name="connsiteY8" fmla="*/ 46977 h 190881"/>
              <a:gd name="connsiteX9" fmla="*/ 590322 w 1387298"/>
              <a:gd name="connsiteY9" fmla="*/ 42634 h 190881"/>
              <a:gd name="connsiteX10" fmla="*/ 581178 w 1387298"/>
              <a:gd name="connsiteY10" fmla="*/ 41148 h 190881"/>
              <a:gd name="connsiteX11" fmla="*/ 1301573 w 1387298"/>
              <a:gd name="connsiteY11" fmla="*/ 39776 h 190881"/>
              <a:gd name="connsiteX12" fmla="*/ 1286257 w 1387298"/>
              <a:gd name="connsiteY12" fmla="*/ 43434 h 190881"/>
              <a:gd name="connsiteX13" fmla="*/ 1273341 w 1387298"/>
              <a:gd name="connsiteY13" fmla="*/ 54178 h 190881"/>
              <a:gd name="connsiteX14" fmla="*/ 1264426 w 1387298"/>
              <a:gd name="connsiteY14" fmla="*/ 71666 h 190881"/>
              <a:gd name="connsiteX15" fmla="*/ 1261111 w 1387298"/>
              <a:gd name="connsiteY15" fmla="*/ 95783 h 190881"/>
              <a:gd name="connsiteX16" fmla="*/ 1264426 w 1387298"/>
              <a:gd name="connsiteY16" fmla="*/ 119900 h 190881"/>
              <a:gd name="connsiteX17" fmla="*/ 1273341 w 1387298"/>
              <a:gd name="connsiteY17" fmla="*/ 137274 h 190881"/>
              <a:gd name="connsiteX18" fmla="*/ 1286257 w 1387298"/>
              <a:gd name="connsiteY18" fmla="*/ 147790 h 190881"/>
              <a:gd name="connsiteX19" fmla="*/ 1301573 w 1387298"/>
              <a:gd name="connsiteY19" fmla="*/ 151333 h 190881"/>
              <a:gd name="connsiteX20" fmla="*/ 1316661 w 1387298"/>
              <a:gd name="connsiteY20" fmla="*/ 147790 h 190881"/>
              <a:gd name="connsiteX21" fmla="*/ 1329463 w 1387298"/>
              <a:gd name="connsiteY21" fmla="*/ 137274 h 190881"/>
              <a:gd name="connsiteX22" fmla="*/ 1338264 w 1387298"/>
              <a:gd name="connsiteY22" fmla="*/ 119900 h 190881"/>
              <a:gd name="connsiteX23" fmla="*/ 1341578 w 1387298"/>
              <a:gd name="connsiteY23" fmla="*/ 95783 h 190881"/>
              <a:gd name="connsiteX24" fmla="*/ 1338264 w 1387298"/>
              <a:gd name="connsiteY24" fmla="*/ 71437 h 190881"/>
              <a:gd name="connsiteX25" fmla="*/ 1329463 w 1387298"/>
              <a:gd name="connsiteY25" fmla="*/ 53949 h 190881"/>
              <a:gd name="connsiteX26" fmla="*/ 1316775 w 1387298"/>
              <a:gd name="connsiteY26" fmla="*/ 43319 h 190881"/>
              <a:gd name="connsiteX27" fmla="*/ 1301573 w 1387298"/>
              <a:gd name="connsiteY27" fmla="*/ 39776 h 190881"/>
              <a:gd name="connsiteX28" fmla="*/ 958673 w 1387298"/>
              <a:gd name="connsiteY28" fmla="*/ 39776 h 190881"/>
              <a:gd name="connsiteX29" fmla="*/ 943357 w 1387298"/>
              <a:gd name="connsiteY29" fmla="*/ 43434 h 190881"/>
              <a:gd name="connsiteX30" fmla="*/ 930441 w 1387298"/>
              <a:gd name="connsiteY30" fmla="*/ 54178 h 190881"/>
              <a:gd name="connsiteX31" fmla="*/ 921526 w 1387298"/>
              <a:gd name="connsiteY31" fmla="*/ 71666 h 190881"/>
              <a:gd name="connsiteX32" fmla="*/ 918211 w 1387298"/>
              <a:gd name="connsiteY32" fmla="*/ 95783 h 190881"/>
              <a:gd name="connsiteX33" fmla="*/ 921526 w 1387298"/>
              <a:gd name="connsiteY33" fmla="*/ 119900 h 190881"/>
              <a:gd name="connsiteX34" fmla="*/ 930441 w 1387298"/>
              <a:gd name="connsiteY34" fmla="*/ 137274 h 190881"/>
              <a:gd name="connsiteX35" fmla="*/ 943357 w 1387298"/>
              <a:gd name="connsiteY35" fmla="*/ 147790 h 190881"/>
              <a:gd name="connsiteX36" fmla="*/ 958673 w 1387298"/>
              <a:gd name="connsiteY36" fmla="*/ 151333 h 190881"/>
              <a:gd name="connsiteX37" fmla="*/ 973761 w 1387298"/>
              <a:gd name="connsiteY37" fmla="*/ 147790 h 190881"/>
              <a:gd name="connsiteX38" fmla="*/ 986563 w 1387298"/>
              <a:gd name="connsiteY38" fmla="*/ 137274 h 190881"/>
              <a:gd name="connsiteX39" fmla="*/ 995364 w 1387298"/>
              <a:gd name="connsiteY39" fmla="*/ 119900 h 190881"/>
              <a:gd name="connsiteX40" fmla="*/ 998678 w 1387298"/>
              <a:gd name="connsiteY40" fmla="*/ 95783 h 190881"/>
              <a:gd name="connsiteX41" fmla="*/ 995364 w 1387298"/>
              <a:gd name="connsiteY41" fmla="*/ 71437 h 190881"/>
              <a:gd name="connsiteX42" fmla="*/ 986563 w 1387298"/>
              <a:gd name="connsiteY42" fmla="*/ 53949 h 190881"/>
              <a:gd name="connsiteX43" fmla="*/ 973875 w 1387298"/>
              <a:gd name="connsiteY43" fmla="*/ 43319 h 190881"/>
              <a:gd name="connsiteX44" fmla="*/ 958673 w 1387298"/>
              <a:gd name="connsiteY44" fmla="*/ 39776 h 190881"/>
              <a:gd name="connsiteX45" fmla="*/ 253823 w 1387298"/>
              <a:gd name="connsiteY45" fmla="*/ 39776 h 190881"/>
              <a:gd name="connsiteX46" fmla="*/ 238507 w 1387298"/>
              <a:gd name="connsiteY46" fmla="*/ 43434 h 190881"/>
              <a:gd name="connsiteX47" fmla="*/ 225591 w 1387298"/>
              <a:gd name="connsiteY47" fmla="*/ 54178 h 190881"/>
              <a:gd name="connsiteX48" fmla="*/ 216676 w 1387298"/>
              <a:gd name="connsiteY48" fmla="*/ 71666 h 190881"/>
              <a:gd name="connsiteX49" fmla="*/ 213361 w 1387298"/>
              <a:gd name="connsiteY49" fmla="*/ 95783 h 190881"/>
              <a:gd name="connsiteX50" fmla="*/ 216676 w 1387298"/>
              <a:gd name="connsiteY50" fmla="*/ 119900 h 190881"/>
              <a:gd name="connsiteX51" fmla="*/ 225591 w 1387298"/>
              <a:gd name="connsiteY51" fmla="*/ 137274 h 190881"/>
              <a:gd name="connsiteX52" fmla="*/ 238507 w 1387298"/>
              <a:gd name="connsiteY52" fmla="*/ 147790 h 190881"/>
              <a:gd name="connsiteX53" fmla="*/ 253823 w 1387298"/>
              <a:gd name="connsiteY53" fmla="*/ 151333 h 190881"/>
              <a:gd name="connsiteX54" fmla="*/ 268911 w 1387298"/>
              <a:gd name="connsiteY54" fmla="*/ 147790 h 190881"/>
              <a:gd name="connsiteX55" fmla="*/ 281713 w 1387298"/>
              <a:gd name="connsiteY55" fmla="*/ 137274 h 190881"/>
              <a:gd name="connsiteX56" fmla="*/ 290514 w 1387298"/>
              <a:gd name="connsiteY56" fmla="*/ 119900 h 190881"/>
              <a:gd name="connsiteX57" fmla="*/ 293828 w 1387298"/>
              <a:gd name="connsiteY57" fmla="*/ 95783 h 190881"/>
              <a:gd name="connsiteX58" fmla="*/ 290514 w 1387298"/>
              <a:gd name="connsiteY58" fmla="*/ 71437 h 190881"/>
              <a:gd name="connsiteX59" fmla="*/ 281713 w 1387298"/>
              <a:gd name="connsiteY59" fmla="*/ 53949 h 190881"/>
              <a:gd name="connsiteX60" fmla="*/ 269025 w 1387298"/>
              <a:gd name="connsiteY60" fmla="*/ 43319 h 190881"/>
              <a:gd name="connsiteX61" fmla="*/ 253823 w 1387298"/>
              <a:gd name="connsiteY61" fmla="*/ 39776 h 190881"/>
              <a:gd name="connsiteX62" fmla="*/ 749808 w 1387298"/>
              <a:gd name="connsiteY62" fmla="*/ 4572 h 190881"/>
              <a:gd name="connsiteX63" fmla="*/ 795528 w 1387298"/>
              <a:gd name="connsiteY63" fmla="*/ 4572 h 190881"/>
              <a:gd name="connsiteX64" fmla="*/ 795528 w 1387298"/>
              <a:gd name="connsiteY64" fmla="*/ 149733 h 190881"/>
              <a:gd name="connsiteX65" fmla="*/ 865480 w 1387298"/>
              <a:gd name="connsiteY65" fmla="*/ 149733 h 190881"/>
              <a:gd name="connsiteX66" fmla="*/ 865480 w 1387298"/>
              <a:gd name="connsiteY66" fmla="*/ 186309 h 190881"/>
              <a:gd name="connsiteX67" fmla="*/ 749808 w 1387298"/>
              <a:gd name="connsiteY67" fmla="*/ 186309 h 190881"/>
              <a:gd name="connsiteX68" fmla="*/ 511683 w 1387298"/>
              <a:gd name="connsiteY68" fmla="*/ 4572 h 190881"/>
              <a:gd name="connsiteX69" fmla="*/ 589636 w 1387298"/>
              <a:gd name="connsiteY69" fmla="*/ 4572 h 190881"/>
              <a:gd name="connsiteX70" fmla="*/ 615010 w 1387298"/>
              <a:gd name="connsiteY70" fmla="*/ 9029 h 190881"/>
              <a:gd name="connsiteX71" fmla="*/ 635241 w 1387298"/>
              <a:gd name="connsiteY71" fmla="*/ 21260 h 190881"/>
              <a:gd name="connsiteX72" fmla="*/ 648729 w 1387298"/>
              <a:gd name="connsiteY72" fmla="*/ 39662 h 190881"/>
              <a:gd name="connsiteX73" fmla="*/ 653644 w 1387298"/>
              <a:gd name="connsiteY73" fmla="*/ 62636 h 190881"/>
              <a:gd name="connsiteX74" fmla="*/ 651129 w 1387298"/>
              <a:gd name="connsiteY74" fmla="*/ 79324 h 190881"/>
              <a:gd name="connsiteX75" fmla="*/ 644157 w 1387298"/>
              <a:gd name="connsiteY75" fmla="*/ 93497 h 190881"/>
              <a:gd name="connsiteX76" fmla="*/ 633641 w 1387298"/>
              <a:gd name="connsiteY76" fmla="*/ 105041 h 190881"/>
              <a:gd name="connsiteX77" fmla="*/ 620725 w 1387298"/>
              <a:gd name="connsiteY77" fmla="*/ 113843 h 190881"/>
              <a:gd name="connsiteX78" fmla="*/ 643242 w 1387298"/>
              <a:gd name="connsiteY78" fmla="*/ 150647 h 190881"/>
              <a:gd name="connsiteX79" fmla="*/ 668731 w 1387298"/>
              <a:gd name="connsiteY79" fmla="*/ 186309 h 190881"/>
              <a:gd name="connsiteX80" fmla="*/ 612724 w 1387298"/>
              <a:gd name="connsiteY80" fmla="*/ 186309 h 190881"/>
              <a:gd name="connsiteX81" fmla="*/ 594894 w 1387298"/>
              <a:gd name="connsiteY81" fmla="*/ 157848 h 190881"/>
              <a:gd name="connsiteX82" fmla="*/ 577291 w 1387298"/>
              <a:gd name="connsiteY82" fmla="*/ 120472 h 190881"/>
              <a:gd name="connsiteX83" fmla="*/ 557632 w 1387298"/>
              <a:gd name="connsiteY83" fmla="*/ 120472 h 190881"/>
              <a:gd name="connsiteX84" fmla="*/ 557632 w 1387298"/>
              <a:gd name="connsiteY84" fmla="*/ 186309 h 190881"/>
              <a:gd name="connsiteX85" fmla="*/ 511683 w 1387298"/>
              <a:gd name="connsiteY85" fmla="*/ 186309 h 190881"/>
              <a:gd name="connsiteX86" fmla="*/ 349759 w 1387298"/>
              <a:gd name="connsiteY86" fmla="*/ 4572 h 190881"/>
              <a:gd name="connsiteX87" fmla="*/ 395479 w 1387298"/>
              <a:gd name="connsiteY87" fmla="*/ 4572 h 190881"/>
              <a:gd name="connsiteX88" fmla="*/ 395479 w 1387298"/>
              <a:gd name="connsiteY88" fmla="*/ 124815 h 190881"/>
              <a:gd name="connsiteX89" fmla="*/ 397994 w 1387298"/>
              <a:gd name="connsiteY89" fmla="*/ 137846 h 190881"/>
              <a:gd name="connsiteX90" fmla="*/ 404509 w 1387298"/>
              <a:gd name="connsiteY90" fmla="*/ 146990 h 190881"/>
              <a:gd name="connsiteX91" fmla="*/ 413539 w 1387298"/>
              <a:gd name="connsiteY91" fmla="*/ 152476 h 190881"/>
              <a:gd name="connsiteX92" fmla="*/ 423826 w 1387298"/>
              <a:gd name="connsiteY92" fmla="*/ 154305 h 190881"/>
              <a:gd name="connsiteX93" fmla="*/ 434113 w 1387298"/>
              <a:gd name="connsiteY93" fmla="*/ 152476 h 190881"/>
              <a:gd name="connsiteX94" fmla="*/ 443142 w 1387298"/>
              <a:gd name="connsiteY94" fmla="*/ 146990 h 190881"/>
              <a:gd name="connsiteX95" fmla="*/ 449543 w 1387298"/>
              <a:gd name="connsiteY95" fmla="*/ 137846 h 190881"/>
              <a:gd name="connsiteX96" fmla="*/ 451943 w 1387298"/>
              <a:gd name="connsiteY96" fmla="*/ 124815 h 190881"/>
              <a:gd name="connsiteX97" fmla="*/ 451943 w 1387298"/>
              <a:gd name="connsiteY97" fmla="*/ 4572 h 190881"/>
              <a:gd name="connsiteX98" fmla="*/ 497892 w 1387298"/>
              <a:gd name="connsiteY98" fmla="*/ 4572 h 190881"/>
              <a:gd name="connsiteX99" fmla="*/ 497892 w 1387298"/>
              <a:gd name="connsiteY99" fmla="*/ 122529 h 190881"/>
              <a:gd name="connsiteX100" fmla="*/ 479032 w 1387298"/>
              <a:gd name="connsiteY100" fmla="*/ 173507 h 190881"/>
              <a:gd name="connsiteX101" fmla="*/ 423826 w 1387298"/>
              <a:gd name="connsiteY101" fmla="*/ 190881 h 190881"/>
              <a:gd name="connsiteX102" fmla="*/ 368619 w 1387298"/>
              <a:gd name="connsiteY102" fmla="*/ 173507 h 190881"/>
              <a:gd name="connsiteX103" fmla="*/ 349759 w 1387298"/>
              <a:gd name="connsiteY103" fmla="*/ 122529 h 190881"/>
              <a:gd name="connsiteX104" fmla="*/ 0 w 1387298"/>
              <a:gd name="connsiteY104" fmla="*/ 4572 h 190881"/>
              <a:gd name="connsiteX105" fmla="*/ 48921 w 1387298"/>
              <a:gd name="connsiteY105" fmla="*/ 4572 h 190881"/>
              <a:gd name="connsiteX106" fmla="*/ 80925 w 1387298"/>
              <a:gd name="connsiteY106" fmla="*/ 89154 h 190881"/>
              <a:gd name="connsiteX107" fmla="*/ 113843 w 1387298"/>
              <a:gd name="connsiteY107" fmla="*/ 4572 h 190881"/>
              <a:gd name="connsiteX108" fmla="*/ 160706 w 1387298"/>
              <a:gd name="connsiteY108" fmla="*/ 4572 h 190881"/>
              <a:gd name="connsiteX109" fmla="*/ 103785 w 1387298"/>
              <a:gd name="connsiteY109" fmla="*/ 120015 h 190881"/>
              <a:gd name="connsiteX110" fmla="*/ 103785 w 1387298"/>
              <a:gd name="connsiteY110" fmla="*/ 186309 h 190881"/>
              <a:gd name="connsiteX111" fmla="*/ 58065 w 1387298"/>
              <a:gd name="connsiteY111" fmla="*/ 186309 h 190881"/>
              <a:gd name="connsiteX112" fmla="*/ 58065 w 1387298"/>
              <a:gd name="connsiteY112" fmla="*/ 119558 h 190881"/>
              <a:gd name="connsiteX113" fmla="*/ 1301573 w 1387298"/>
              <a:gd name="connsiteY113" fmla="*/ 0 h 190881"/>
              <a:gd name="connsiteX114" fmla="*/ 1335292 w 1387298"/>
              <a:gd name="connsiteY114" fmla="*/ 6743 h 190881"/>
              <a:gd name="connsiteX115" fmla="*/ 1362495 w 1387298"/>
              <a:gd name="connsiteY115" fmla="*/ 25946 h 190881"/>
              <a:gd name="connsiteX116" fmla="*/ 1380669 w 1387298"/>
              <a:gd name="connsiteY116" fmla="*/ 56121 h 190881"/>
              <a:gd name="connsiteX117" fmla="*/ 1387298 w 1387298"/>
              <a:gd name="connsiteY117" fmla="*/ 95783 h 190881"/>
              <a:gd name="connsiteX118" fmla="*/ 1380669 w 1387298"/>
              <a:gd name="connsiteY118" fmla="*/ 135331 h 190881"/>
              <a:gd name="connsiteX119" fmla="*/ 1362495 w 1387298"/>
              <a:gd name="connsiteY119" fmla="*/ 165278 h 190881"/>
              <a:gd name="connsiteX120" fmla="*/ 1335292 w 1387298"/>
              <a:gd name="connsiteY120" fmla="*/ 184251 h 190881"/>
              <a:gd name="connsiteX121" fmla="*/ 1301573 w 1387298"/>
              <a:gd name="connsiteY121" fmla="*/ 190881 h 190881"/>
              <a:gd name="connsiteX122" fmla="*/ 1267855 w 1387298"/>
              <a:gd name="connsiteY122" fmla="*/ 184251 h 190881"/>
              <a:gd name="connsiteX123" fmla="*/ 1240537 w 1387298"/>
              <a:gd name="connsiteY123" fmla="*/ 165278 h 190881"/>
              <a:gd name="connsiteX124" fmla="*/ 1222135 w 1387298"/>
              <a:gd name="connsiteY124" fmla="*/ 135331 h 190881"/>
              <a:gd name="connsiteX125" fmla="*/ 1215391 w 1387298"/>
              <a:gd name="connsiteY125" fmla="*/ 95783 h 190881"/>
              <a:gd name="connsiteX126" fmla="*/ 1222249 w 1387298"/>
              <a:gd name="connsiteY126" fmla="*/ 56121 h 190881"/>
              <a:gd name="connsiteX127" fmla="*/ 1240994 w 1387298"/>
              <a:gd name="connsiteY127" fmla="*/ 25946 h 190881"/>
              <a:gd name="connsiteX128" fmla="*/ 1268426 w 1387298"/>
              <a:gd name="connsiteY128" fmla="*/ 6743 h 190881"/>
              <a:gd name="connsiteX129" fmla="*/ 1301573 w 1387298"/>
              <a:gd name="connsiteY129" fmla="*/ 0 h 190881"/>
              <a:gd name="connsiteX130" fmla="*/ 1144221 w 1387298"/>
              <a:gd name="connsiteY130" fmla="*/ 0 h 190881"/>
              <a:gd name="connsiteX131" fmla="*/ 1173596 w 1387298"/>
              <a:gd name="connsiteY131" fmla="*/ 2629 h 190881"/>
              <a:gd name="connsiteX132" fmla="*/ 1197027 w 1387298"/>
              <a:gd name="connsiteY132" fmla="*/ 8915 h 190881"/>
              <a:gd name="connsiteX133" fmla="*/ 1195884 w 1387298"/>
              <a:gd name="connsiteY133" fmla="*/ 44577 h 190881"/>
              <a:gd name="connsiteX134" fmla="*/ 1176796 w 1387298"/>
              <a:gd name="connsiteY134" fmla="*/ 38976 h 190881"/>
              <a:gd name="connsiteX135" fmla="*/ 1150850 w 1387298"/>
              <a:gd name="connsiteY135" fmla="*/ 36576 h 190881"/>
              <a:gd name="connsiteX136" fmla="*/ 1131190 w 1387298"/>
              <a:gd name="connsiteY136" fmla="*/ 40348 h 190881"/>
              <a:gd name="connsiteX137" fmla="*/ 1114731 w 1387298"/>
              <a:gd name="connsiteY137" fmla="*/ 51549 h 190881"/>
              <a:gd name="connsiteX138" fmla="*/ 1103415 w 1387298"/>
              <a:gd name="connsiteY138" fmla="*/ 70066 h 190881"/>
              <a:gd name="connsiteX139" fmla="*/ 1099186 w 1387298"/>
              <a:gd name="connsiteY139" fmla="*/ 95783 h 190881"/>
              <a:gd name="connsiteX140" fmla="*/ 1103072 w 1387298"/>
              <a:gd name="connsiteY140" fmla="*/ 121729 h 190881"/>
              <a:gd name="connsiteX141" fmla="*/ 1113588 w 1387298"/>
              <a:gd name="connsiteY141" fmla="*/ 140017 h 190881"/>
              <a:gd name="connsiteX142" fmla="*/ 1128790 w 1387298"/>
              <a:gd name="connsiteY142" fmla="*/ 150761 h 190881"/>
              <a:gd name="connsiteX143" fmla="*/ 1146735 w 1387298"/>
              <a:gd name="connsiteY143" fmla="*/ 154305 h 190881"/>
              <a:gd name="connsiteX144" fmla="*/ 1154850 w 1387298"/>
              <a:gd name="connsiteY144" fmla="*/ 153962 h 190881"/>
              <a:gd name="connsiteX145" fmla="*/ 1161823 w 1387298"/>
              <a:gd name="connsiteY145" fmla="*/ 152933 h 190881"/>
              <a:gd name="connsiteX146" fmla="*/ 1161823 w 1387298"/>
              <a:gd name="connsiteY146" fmla="*/ 115671 h 190881"/>
              <a:gd name="connsiteX147" fmla="*/ 1145135 w 1387298"/>
              <a:gd name="connsiteY147" fmla="*/ 115671 h 190881"/>
              <a:gd name="connsiteX148" fmla="*/ 1145135 w 1387298"/>
              <a:gd name="connsiteY148" fmla="*/ 81153 h 190881"/>
              <a:gd name="connsiteX149" fmla="*/ 1206857 w 1387298"/>
              <a:gd name="connsiteY149" fmla="*/ 81153 h 190881"/>
              <a:gd name="connsiteX150" fmla="*/ 1206857 w 1387298"/>
              <a:gd name="connsiteY150" fmla="*/ 172364 h 190881"/>
              <a:gd name="connsiteX151" fmla="*/ 1179082 w 1387298"/>
              <a:gd name="connsiteY151" fmla="*/ 185852 h 190881"/>
              <a:gd name="connsiteX152" fmla="*/ 1143535 w 1387298"/>
              <a:gd name="connsiteY152" fmla="*/ 190881 h 190881"/>
              <a:gd name="connsiteX153" fmla="*/ 1108216 w 1387298"/>
              <a:gd name="connsiteY153" fmla="*/ 184480 h 190881"/>
              <a:gd name="connsiteX154" fmla="*/ 1079641 w 1387298"/>
              <a:gd name="connsiteY154" fmla="*/ 165963 h 190881"/>
              <a:gd name="connsiteX155" fmla="*/ 1060438 w 1387298"/>
              <a:gd name="connsiteY155" fmla="*/ 136131 h 190881"/>
              <a:gd name="connsiteX156" fmla="*/ 1053466 w 1387298"/>
              <a:gd name="connsiteY156" fmla="*/ 95783 h 190881"/>
              <a:gd name="connsiteX157" fmla="*/ 1059981 w 1387298"/>
              <a:gd name="connsiteY157" fmla="*/ 57150 h 190881"/>
              <a:gd name="connsiteX158" fmla="*/ 1078384 w 1387298"/>
              <a:gd name="connsiteY158" fmla="*/ 26860 h 190881"/>
              <a:gd name="connsiteX159" fmla="*/ 1107073 w 1387298"/>
              <a:gd name="connsiteY159" fmla="*/ 7086 h 190881"/>
              <a:gd name="connsiteX160" fmla="*/ 1144221 w 1387298"/>
              <a:gd name="connsiteY160" fmla="*/ 0 h 190881"/>
              <a:gd name="connsiteX161" fmla="*/ 958673 w 1387298"/>
              <a:gd name="connsiteY161" fmla="*/ 0 h 190881"/>
              <a:gd name="connsiteX162" fmla="*/ 992392 w 1387298"/>
              <a:gd name="connsiteY162" fmla="*/ 6743 h 190881"/>
              <a:gd name="connsiteX163" fmla="*/ 1019595 w 1387298"/>
              <a:gd name="connsiteY163" fmla="*/ 25946 h 190881"/>
              <a:gd name="connsiteX164" fmla="*/ 1037769 w 1387298"/>
              <a:gd name="connsiteY164" fmla="*/ 56121 h 190881"/>
              <a:gd name="connsiteX165" fmla="*/ 1044398 w 1387298"/>
              <a:gd name="connsiteY165" fmla="*/ 95783 h 190881"/>
              <a:gd name="connsiteX166" fmla="*/ 1037769 w 1387298"/>
              <a:gd name="connsiteY166" fmla="*/ 135331 h 190881"/>
              <a:gd name="connsiteX167" fmla="*/ 1019595 w 1387298"/>
              <a:gd name="connsiteY167" fmla="*/ 165278 h 190881"/>
              <a:gd name="connsiteX168" fmla="*/ 992392 w 1387298"/>
              <a:gd name="connsiteY168" fmla="*/ 184251 h 190881"/>
              <a:gd name="connsiteX169" fmla="*/ 958673 w 1387298"/>
              <a:gd name="connsiteY169" fmla="*/ 190881 h 190881"/>
              <a:gd name="connsiteX170" fmla="*/ 924955 w 1387298"/>
              <a:gd name="connsiteY170" fmla="*/ 184251 h 190881"/>
              <a:gd name="connsiteX171" fmla="*/ 897637 w 1387298"/>
              <a:gd name="connsiteY171" fmla="*/ 165278 h 190881"/>
              <a:gd name="connsiteX172" fmla="*/ 879235 w 1387298"/>
              <a:gd name="connsiteY172" fmla="*/ 135331 h 190881"/>
              <a:gd name="connsiteX173" fmla="*/ 872491 w 1387298"/>
              <a:gd name="connsiteY173" fmla="*/ 95783 h 190881"/>
              <a:gd name="connsiteX174" fmla="*/ 879349 w 1387298"/>
              <a:gd name="connsiteY174" fmla="*/ 56121 h 190881"/>
              <a:gd name="connsiteX175" fmla="*/ 898094 w 1387298"/>
              <a:gd name="connsiteY175" fmla="*/ 25946 h 190881"/>
              <a:gd name="connsiteX176" fmla="*/ 925526 w 1387298"/>
              <a:gd name="connsiteY176" fmla="*/ 6743 h 190881"/>
              <a:gd name="connsiteX177" fmla="*/ 958673 w 1387298"/>
              <a:gd name="connsiteY177" fmla="*/ 0 h 190881"/>
              <a:gd name="connsiteX178" fmla="*/ 253823 w 1387298"/>
              <a:gd name="connsiteY178" fmla="*/ 0 h 190881"/>
              <a:gd name="connsiteX179" fmla="*/ 287542 w 1387298"/>
              <a:gd name="connsiteY179" fmla="*/ 6743 h 190881"/>
              <a:gd name="connsiteX180" fmla="*/ 314745 w 1387298"/>
              <a:gd name="connsiteY180" fmla="*/ 25946 h 190881"/>
              <a:gd name="connsiteX181" fmla="*/ 332919 w 1387298"/>
              <a:gd name="connsiteY181" fmla="*/ 56121 h 190881"/>
              <a:gd name="connsiteX182" fmla="*/ 339548 w 1387298"/>
              <a:gd name="connsiteY182" fmla="*/ 95783 h 190881"/>
              <a:gd name="connsiteX183" fmla="*/ 332919 w 1387298"/>
              <a:gd name="connsiteY183" fmla="*/ 135331 h 190881"/>
              <a:gd name="connsiteX184" fmla="*/ 314745 w 1387298"/>
              <a:gd name="connsiteY184" fmla="*/ 165278 h 190881"/>
              <a:gd name="connsiteX185" fmla="*/ 287542 w 1387298"/>
              <a:gd name="connsiteY185" fmla="*/ 184251 h 190881"/>
              <a:gd name="connsiteX186" fmla="*/ 253823 w 1387298"/>
              <a:gd name="connsiteY186" fmla="*/ 190881 h 190881"/>
              <a:gd name="connsiteX187" fmla="*/ 220105 w 1387298"/>
              <a:gd name="connsiteY187" fmla="*/ 184251 h 190881"/>
              <a:gd name="connsiteX188" fmla="*/ 192787 w 1387298"/>
              <a:gd name="connsiteY188" fmla="*/ 165278 h 190881"/>
              <a:gd name="connsiteX189" fmla="*/ 174385 w 1387298"/>
              <a:gd name="connsiteY189" fmla="*/ 135331 h 190881"/>
              <a:gd name="connsiteX190" fmla="*/ 167641 w 1387298"/>
              <a:gd name="connsiteY190" fmla="*/ 95783 h 190881"/>
              <a:gd name="connsiteX191" fmla="*/ 174499 w 1387298"/>
              <a:gd name="connsiteY191" fmla="*/ 56121 h 190881"/>
              <a:gd name="connsiteX192" fmla="*/ 193244 w 1387298"/>
              <a:gd name="connsiteY192" fmla="*/ 25946 h 190881"/>
              <a:gd name="connsiteX193" fmla="*/ 220676 w 1387298"/>
              <a:gd name="connsiteY193" fmla="*/ 6743 h 190881"/>
              <a:gd name="connsiteX194" fmla="*/ 253823 w 1387298"/>
              <a:gd name="connsiteY194" fmla="*/ 0 h 19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387298" h="190881">
                <a:moveTo>
                  <a:pt x="557632" y="41148"/>
                </a:moveTo>
                <a:lnTo>
                  <a:pt x="557632" y="87554"/>
                </a:lnTo>
                <a:lnTo>
                  <a:pt x="580949" y="87554"/>
                </a:lnTo>
                <a:cubicBezTo>
                  <a:pt x="584302" y="87554"/>
                  <a:pt x="587616" y="87058"/>
                  <a:pt x="590893" y="86068"/>
                </a:cubicBezTo>
                <a:cubicBezTo>
                  <a:pt x="594170" y="85077"/>
                  <a:pt x="597065" y="83591"/>
                  <a:pt x="599580" y="81610"/>
                </a:cubicBezTo>
                <a:cubicBezTo>
                  <a:pt x="602094" y="79629"/>
                  <a:pt x="604114" y="77190"/>
                  <a:pt x="605638" y="74295"/>
                </a:cubicBezTo>
                <a:cubicBezTo>
                  <a:pt x="607162" y="71399"/>
                  <a:pt x="607924" y="68046"/>
                  <a:pt x="607924" y="64236"/>
                </a:cubicBezTo>
                <a:cubicBezTo>
                  <a:pt x="607924" y="60426"/>
                  <a:pt x="607086" y="57074"/>
                  <a:pt x="605409" y="54178"/>
                </a:cubicBezTo>
                <a:cubicBezTo>
                  <a:pt x="603733" y="51282"/>
                  <a:pt x="601599" y="48882"/>
                  <a:pt x="599008" y="46977"/>
                </a:cubicBezTo>
                <a:cubicBezTo>
                  <a:pt x="596418" y="45072"/>
                  <a:pt x="593522" y="43624"/>
                  <a:pt x="590322" y="42634"/>
                </a:cubicBezTo>
                <a:cubicBezTo>
                  <a:pt x="587121" y="41643"/>
                  <a:pt x="584073" y="41148"/>
                  <a:pt x="581178" y="41148"/>
                </a:cubicBezTo>
                <a:close/>
                <a:moveTo>
                  <a:pt x="1301573" y="39776"/>
                </a:moveTo>
                <a:cubicBezTo>
                  <a:pt x="1296239" y="39776"/>
                  <a:pt x="1291134" y="40995"/>
                  <a:pt x="1286257" y="43434"/>
                </a:cubicBezTo>
                <a:cubicBezTo>
                  <a:pt x="1281380" y="45872"/>
                  <a:pt x="1277075" y="49454"/>
                  <a:pt x="1273341" y="54178"/>
                </a:cubicBezTo>
                <a:cubicBezTo>
                  <a:pt x="1269608" y="58902"/>
                  <a:pt x="1266636" y="64732"/>
                  <a:pt x="1264426" y="71666"/>
                </a:cubicBezTo>
                <a:cubicBezTo>
                  <a:pt x="1262216" y="78600"/>
                  <a:pt x="1261111" y="86639"/>
                  <a:pt x="1261111" y="95783"/>
                </a:cubicBezTo>
                <a:cubicBezTo>
                  <a:pt x="1261111" y="104927"/>
                  <a:pt x="1262216" y="112966"/>
                  <a:pt x="1264426" y="119900"/>
                </a:cubicBezTo>
                <a:cubicBezTo>
                  <a:pt x="1266636" y="126835"/>
                  <a:pt x="1269608" y="132626"/>
                  <a:pt x="1273341" y="137274"/>
                </a:cubicBezTo>
                <a:cubicBezTo>
                  <a:pt x="1277075" y="141922"/>
                  <a:pt x="1281380" y="145427"/>
                  <a:pt x="1286257" y="147790"/>
                </a:cubicBezTo>
                <a:cubicBezTo>
                  <a:pt x="1291134" y="150152"/>
                  <a:pt x="1296239" y="151333"/>
                  <a:pt x="1301573" y="151333"/>
                </a:cubicBezTo>
                <a:cubicBezTo>
                  <a:pt x="1306755" y="151333"/>
                  <a:pt x="1311784" y="150152"/>
                  <a:pt x="1316661" y="147790"/>
                </a:cubicBezTo>
                <a:cubicBezTo>
                  <a:pt x="1321538" y="145427"/>
                  <a:pt x="1325805" y="141922"/>
                  <a:pt x="1329463" y="137274"/>
                </a:cubicBezTo>
                <a:cubicBezTo>
                  <a:pt x="1333120" y="132626"/>
                  <a:pt x="1336054" y="126835"/>
                  <a:pt x="1338264" y="119900"/>
                </a:cubicBezTo>
                <a:cubicBezTo>
                  <a:pt x="1340474" y="112966"/>
                  <a:pt x="1341578" y="104927"/>
                  <a:pt x="1341578" y="95783"/>
                </a:cubicBezTo>
                <a:cubicBezTo>
                  <a:pt x="1341578" y="86487"/>
                  <a:pt x="1340474" y="78371"/>
                  <a:pt x="1338264" y="71437"/>
                </a:cubicBezTo>
                <a:cubicBezTo>
                  <a:pt x="1336054" y="64503"/>
                  <a:pt x="1333120" y="58674"/>
                  <a:pt x="1329463" y="53949"/>
                </a:cubicBezTo>
                <a:cubicBezTo>
                  <a:pt x="1325805" y="49225"/>
                  <a:pt x="1321576" y="45682"/>
                  <a:pt x="1316775" y="43319"/>
                </a:cubicBezTo>
                <a:cubicBezTo>
                  <a:pt x="1311975" y="40957"/>
                  <a:pt x="1306907" y="39776"/>
                  <a:pt x="1301573" y="39776"/>
                </a:cubicBezTo>
                <a:close/>
                <a:moveTo>
                  <a:pt x="958673" y="39776"/>
                </a:moveTo>
                <a:cubicBezTo>
                  <a:pt x="953339" y="39776"/>
                  <a:pt x="948234" y="40995"/>
                  <a:pt x="943357" y="43434"/>
                </a:cubicBezTo>
                <a:cubicBezTo>
                  <a:pt x="938480" y="45872"/>
                  <a:pt x="934175" y="49454"/>
                  <a:pt x="930441" y="54178"/>
                </a:cubicBezTo>
                <a:cubicBezTo>
                  <a:pt x="926707" y="58902"/>
                  <a:pt x="923736" y="64732"/>
                  <a:pt x="921526" y="71666"/>
                </a:cubicBezTo>
                <a:cubicBezTo>
                  <a:pt x="919316" y="78600"/>
                  <a:pt x="918211" y="86639"/>
                  <a:pt x="918211" y="95783"/>
                </a:cubicBezTo>
                <a:cubicBezTo>
                  <a:pt x="918211" y="104927"/>
                  <a:pt x="919316" y="112966"/>
                  <a:pt x="921526" y="119900"/>
                </a:cubicBezTo>
                <a:cubicBezTo>
                  <a:pt x="923736" y="126835"/>
                  <a:pt x="926707" y="132626"/>
                  <a:pt x="930441" y="137274"/>
                </a:cubicBezTo>
                <a:cubicBezTo>
                  <a:pt x="934175" y="141922"/>
                  <a:pt x="938480" y="145427"/>
                  <a:pt x="943357" y="147790"/>
                </a:cubicBezTo>
                <a:cubicBezTo>
                  <a:pt x="948234" y="150152"/>
                  <a:pt x="953339" y="151333"/>
                  <a:pt x="958673" y="151333"/>
                </a:cubicBezTo>
                <a:cubicBezTo>
                  <a:pt x="963855" y="151333"/>
                  <a:pt x="968884" y="150152"/>
                  <a:pt x="973761" y="147790"/>
                </a:cubicBezTo>
                <a:cubicBezTo>
                  <a:pt x="978638" y="145427"/>
                  <a:pt x="982905" y="141922"/>
                  <a:pt x="986563" y="137274"/>
                </a:cubicBezTo>
                <a:cubicBezTo>
                  <a:pt x="990220" y="132626"/>
                  <a:pt x="993154" y="126835"/>
                  <a:pt x="995364" y="119900"/>
                </a:cubicBezTo>
                <a:cubicBezTo>
                  <a:pt x="997573" y="112966"/>
                  <a:pt x="998678" y="104927"/>
                  <a:pt x="998678" y="95783"/>
                </a:cubicBezTo>
                <a:cubicBezTo>
                  <a:pt x="998678" y="86487"/>
                  <a:pt x="997573" y="78371"/>
                  <a:pt x="995364" y="71437"/>
                </a:cubicBezTo>
                <a:cubicBezTo>
                  <a:pt x="993154" y="64503"/>
                  <a:pt x="990220" y="58674"/>
                  <a:pt x="986563" y="53949"/>
                </a:cubicBezTo>
                <a:cubicBezTo>
                  <a:pt x="982905" y="49225"/>
                  <a:pt x="978676" y="45682"/>
                  <a:pt x="973875" y="43319"/>
                </a:cubicBezTo>
                <a:cubicBezTo>
                  <a:pt x="969075" y="40957"/>
                  <a:pt x="964007" y="39776"/>
                  <a:pt x="958673" y="39776"/>
                </a:cubicBezTo>
                <a:close/>
                <a:moveTo>
                  <a:pt x="253823" y="39776"/>
                </a:moveTo>
                <a:cubicBezTo>
                  <a:pt x="248489" y="39776"/>
                  <a:pt x="243384" y="40995"/>
                  <a:pt x="238507" y="43434"/>
                </a:cubicBezTo>
                <a:cubicBezTo>
                  <a:pt x="233630" y="45872"/>
                  <a:pt x="229325" y="49454"/>
                  <a:pt x="225591" y="54178"/>
                </a:cubicBezTo>
                <a:cubicBezTo>
                  <a:pt x="221857" y="58902"/>
                  <a:pt x="218886" y="64732"/>
                  <a:pt x="216676" y="71666"/>
                </a:cubicBezTo>
                <a:cubicBezTo>
                  <a:pt x="214466" y="78600"/>
                  <a:pt x="213361" y="86639"/>
                  <a:pt x="213361" y="95783"/>
                </a:cubicBezTo>
                <a:cubicBezTo>
                  <a:pt x="213361" y="104927"/>
                  <a:pt x="214466" y="112966"/>
                  <a:pt x="216676" y="119900"/>
                </a:cubicBezTo>
                <a:cubicBezTo>
                  <a:pt x="218886" y="126835"/>
                  <a:pt x="221857" y="132626"/>
                  <a:pt x="225591" y="137274"/>
                </a:cubicBezTo>
                <a:cubicBezTo>
                  <a:pt x="229325" y="141922"/>
                  <a:pt x="233630" y="145427"/>
                  <a:pt x="238507" y="147790"/>
                </a:cubicBezTo>
                <a:cubicBezTo>
                  <a:pt x="243384" y="150152"/>
                  <a:pt x="248489" y="151333"/>
                  <a:pt x="253823" y="151333"/>
                </a:cubicBezTo>
                <a:cubicBezTo>
                  <a:pt x="259005" y="151333"/>
                  <a:pt x="264034" y="150152"/>
                  <a:pt x="268911" y="147790"/>
                </a:cubicBezTo>
                <a:cubicBezTo>
                  <a:pt x="273788" y="145427"/>
                  <a:pt x="278055" y="141922"/>
                  <a:pt x="281713" y="137274"/>
                </a:cubicBezTo>
                <a:cubicBezTo>
                  <a:pt x="285370" y="132626"/>
                  <a:pt x="288304" y="126835"/>
                  <a:pt x="290514" y="119900"/>
                </a:cubicBezTo>
                <a:cubicBezTo>
                  <a:pt x="292723" y="112966"/>
                  <a:pt x="293828" y="104927"/>
                  <a:pt x="293828" y="95783"/>
                </a:cubicBezTo>
                <a:cubicBezTo>
                  <a:pt x="293828" y="86487"/>
                  <a:pt x="292723" y="78371"/>
                  <a:pt x="290514" y="71437"/>
                </a:cubicBezTo>
                <a:cubicBezTo>
                  <a:pt x="288304" y="64503"/>
                  <a:pt x="285370" y="58674"/>
                  <a:pt x="281713" y="53949"/>
                </a:cubicBezTo>
                <a:cubicBezTo>
                  <a:pt x="278055" y="49225"/>
                  <a:pt x="273826" y="45682"/>
                  <a:pt x="269025" y="43319"/>
                </a:cubicBezTo>
                <a:cubicBezTo>
                  <a:pt x="264225" y="40957"/>
                  <a:pt x="259157" y="39776"/>
                  <a:pt x="253823" y="39776"/>
                </a:cubicBezTo>
                <a:close/>
                <a:moveTo>
                  <a:pt x="749808" y="4572"/>
                </a:moveTo>
                <a:lnTo>
                  <a:pt x="795528" y="4572"/>
                </a:lnTo>
                <a:lnTo>
                  <a:pt x="795528" y="149733"/>
                </a:lnTo>
                <a:lnTo>
                  <a:pt x="865480" y="149733"/>
                </a:lnTo>
                <a:lnTo>
                  <a:pt x="865480" y="186309"/>
                </a:lnTo>
                <a:lnTo>
                  <a:pt x="749808" y="186309"/>
                </a:lnTo>
                <a:close/>
                <a:moveTo>
                  <a:pt x="511683" y="4572"/>
                </a:moveTo>
                <a:lnTo>
                  <a:pt x="589636" y="4572"/>
                </a:lnTo>
                <a:cubicBezTo>
                  <a:pt x="598780" y="4572"/>
                  <a:pt x="607238" y="6058"/>
                  <a:pt x="615010" y="9029"/>
                </a:cubicBezTo>
                <a:cubicBezTo>
                  <a:pt x="622783" y="12001"/>
                  <a:pt x="629526" y="16078"/>
                  <a:pt x="635241" y="21260"/>
                </a:cubicBezTo>
                <a:cubicBezTo>
                  <a:pt x="640956" y="26441"/>
                  <a:pt x="645452" y="32575"/>
                  <a:pt x="648729" y="39662"/>
                </a:cubicBezTo>
                <a:cubicBezTo>
                  <a:pt x="652005" y="46748"/>
                  <a:pt x="653644" y="54407"/>
                  <a:pt x="653644" y="62636"/>
                </a:cubicBezTo>
                <a:cubicBezTo>
                  <a:pt x="653644" y="68580"/>
                  <a:pt x="652806" y="74142"/>
                  <a:pt x="651129" y="79324"/>
                </a:cubicBezTo>
                <a:cubicBezTo>
                  <a:pt x="649453" y="84506"/>
                  <a:pt x="647129" y="89230"/>
                  <a:pt x="644157" y="93497"/>
                </a:cubicBezTo>
                <a:cubicBezTo>
                  <a:pt x="641185" y="97764"/>
                  <a:pt x="637680" y="101612"/>
                  <a:pt x="633641" y="105041"/>
                </a:cubicBezTo>
                <a:cubicBezTo>
                  <a:pt x="629603" y="108470"/>
                  <a:pt x="625297" y="111404"/>
                  <a:pt x="620725" y="113843"/>
                </a:cubicBezTo>
                <a:cubicBezTo>
                  <a:pt x="627279" y="125882"/>
                  <a:pt x="634784" y="138150"/>
                  <a:pt x="643242" y="150647"/>
                </a:cubicBezTo>
                <a:cubicBezTo>
                  <a:pt x="651701" y="163144"/>
                  <a:pt x="660197" y="175031"/>
                  <a:pt x="668731" y="186309"/>
                </a:cubicBezTo>
                <a:lnTo>
                  <a:pt x="612724" y="186309"/>
                </a:lnTo>
                <a:cubicBezTo>
                  <a:pt x="606781" y="178384"/>
                  <a:pt x="600837" y="168897"/>
                  <a:pt x="594894" y="157848"/>
                </a:cubicBezTo>
                <a:cubicBezTo>
                  <a:pt x="588950" y="146799"/>
                  <a:pt x="583083" y="134340"/>
                  <a:pt x="577291" y="120472"/>
                </a:cubicBezTo>
                <a:lnTo>
                  <a:pt x="557632" y="120472"/>
                </a:lnTo>
                <a:lnTo>
                  <a:pt x="557632" y="186309"/>
                </a:lnTo>
                <a:lnTo>
                  <a:pt x="511683" y="186309"/>
                </a:lnTo>
                <a:close/>
                <a:moveTo>
                  <a:pt x="349759" y="4572"/>
                </a:moveTo>
                <a:lnTo>
                  <a:pt x="395479" y="4572"/>
                </a:lnTo>
                <a:lnTo>
                  <a:pt x="395479" y="124815"/>
                </a:lnTo>
                <a:cubicBezTo>
                  <a:pt x="395479" y="129845"/>
                  <a:pt x="396317" y="134188"/>
                  <a:pt x="397994" y="137846"/>
                </a:cubicBezTo>
                <a:cubicBezTo>
                  <a:pt x="399670" y="141503"/>
                  <a:pt x="401842" y="144551"/>
                  <a:pt x="404509" y="146990"/>
                </a:cubicBezTo>
                <a:cubicBezTo>
                  <a:pt x="407176" y="149428"/>
                  <a:pt x="410186" y="151257"/>
                  <a:pt x="413539" y="152476"/>
                </a:cubicBezTo>
                <a:cubicBezTo>
                  <a:pt x="416891" y="153695"/>
                  <a:pt x="420320" y="154305"/>
                  <a:pt x="423826" y="154305"/>
                </a:cubicBezTo>
                <a:cubicBezTo>
                  <a:pt x="427331" y="154305"/>
                  <a:pt x="430760" y="153695"/>
                  <a:pt x="434113" y="152476"/>
                </a:cubicBezTo>
                <a:cubicBezTo>
                  <a:pt x="437465" y="151257"/>
                  <a:pt x="440475" y="149428"/>
                  <a:pt x="443142" y="146990"/>
                </a:cubicBezTo>
                <a:cubicBezTo>
                  <a:pt x="445809" y="144551"/>
                  <a:pt x="447943" y="141503"/>
                  <a:pt x="449543" y="137846"/>
                </a:cubicBezTo>
                <a:cubicBezTo>
                  <a:pt x="451143" y="134188"/>
                  <a:pt x="451943" y="129845"/>
                  <a:pt x="451943" y="124815"/>
                </a:cubicBezTo>
                <a:lnTo>
                  <a:pt x="451943" y="4572"/>
                </a:lnTo>
                <a:lnTo>
                  <a:pt x="497892" y="4572"/>
                </a:lnTo>
                <a:lnTo>
                  <a:pt x="497892" y="122529"/>
                </a:lnTo>
                <a:cubicBezTo>
                  <a:pt x="497892" y="144932"/>
                  <a:pt x="491605" y="161925"/>
                  <a:pt x="479032" y="173507"/>
                </a:cubicBezTo>
                <a:cubicBezTo>
                  <a:pt x="466459" y="185090"/>
                  <a:pt x="448057" y="190881"/>
                  <a:pt x="423826" y="190881"/>
                </a:cubicBezTo>
                <a:cubicBezTo>
                  <a:pt x="399594" y="190881"/>
                  <a:pt x="381192" y="185090"/>
                  <a:pt x="368619" y="173507"/>
                </a:cubicBezTo>
                <a:cubicBezTo>
                  <a:pt x="356046" y="161925"/>
                  <a:pt x="349759" y="144932"/>
                  <a:pt x="349759" y="122529"/>
                </a:cubicBezTo>
                <a:close/>
                <a:moveTo>
                  <a:pt x="0" y="4572"/>
                </a:moveTo>
                <a:lnTo>
                  <a:pt x="48921" y="4572"/>
                </a:lnTo>
                <a:lnTo>
                  <a:pt x="80925" y="89154"/>
                </a:lnTo>
                <a:lnTo>
                  <a:pt x="113843" y="4572"/>
                </a:lnTo>
                <a:lnTo>
                  <a:pt x="160706" y="4572"/>
                </a:lnTo>
                <a:lnTo>
                  <a:pt x="103785" y="120015"/>
                </a:lnTo>
                <a:lnTo>
                  <a:pt x="103785" y="186309"/>
                </a:lnTo>
                <a:lnTo>
                  <a:pt x="58065" y="186309"/>
                </a:lnTo>
                <a:lnTo>
                  <a:pt x="58065" y="119558"/>
                </a:lnTo>
                <a:close/>
                <a:moveTo>
                  <a:pt x="1301573" y="0"/>
                </a:moveTo>
                <a:cubicBezTo>
                  <a:pt x="1313613" y="0"/>
                  <a:pt x="1324853" y="2248"/>
                  <a:pt x="1335292" y="6743"/>
                </a:cubicBezTo>
                <a:cubicBezTo>
                  <a:pt x="1345731" y="11239"/>
                  <a:pt x="1354799" y="17640"/>
                  <a:pt x="1362495" y="25946"/>
                </a:cubicBezTo>
                <a:cubicBezTo>
                  <a:pt x="1370192" y="34252"/>
                  <a:pt x="1376250" y="44310"/>
                  <a:pt x="1380669" y="56121"/>
                </a:cubicBezTo>
                <a:cubicBezTo>
                  <a:pt x="1385089" y="67932"/>
                  <a:pt x="1387298" y="81153"/>
                  <a:pt x="1387298" y="95783"/>
                </a:cubicBezTo>
                <a:cubicBezTo>
                  <a:pt x="1387298" y="110414"/>
                  <a:pt x="1385089" y="123596"/>
                  <a:pt x="1380669" y="135331"/>
                </a:cubicBezTo>
                <a:cubicBezTo>
                  <a:pt x="1376250" y="147066"/>
                  <a:pt x="1370192" y="157048"/>
                  <a:pt x="1362495" y="165278"/>
                </a:cubicBezTo>
                <a:cubicBezTo>
                  <a:pt x="1354799" y="173507"/>
                  <a:pt x="1345731" y="179832"/>
                  <a:pt x="1335292" y="184251"/>
                </a:cubicBezTo>
                <a:cubicBezTo>
                  <a:pt x="1324853" y="188671"/>
                  <a:pt x="1313613" y="190881"/>
                  <a:pt x="1301573" y="190881"/>
                </a:cubicBezTo>
                <a:cubicBezTo>
                  <a:pt x="1289534" y="190881"/>
                  <a:pt x="1278294" y="188671"/>
                  <a:pt x="1267855" y="184251"/>
                </a:cubicBezTo>
                <a:cubicBezTo>
                  <a:pt x="1257415" y="179832"/>
                  <a:pt x="1248310" y="173507"/>
                  <a:pt x="1240537" y="165278"/>
                </a:cubicBezTo>
                <a:cubicBezTo>
                  <a:pt x="1232765" y="157048"/>
                  <a:pt x="1226631" y="147066"/>
                  <a:pt x="1222135" y="135331"/>
                </a:cubicBezTo>
                <a:cubicBezTo>
                  <a:pt x="1217639" y="123596"/>
                  <a:pt x="1215391" y="110414"/>
                  <a:pt x="1215391" y="95783"/>
                </a:cubicBezTo>
                <a:cubicBezTo>
                  <a:pt x="1215391" y="81153"/>
                  <a:pt x="1217677" y="67932"/>
                  <a:pt x="1222249" y="56121"/>
                </a:cubicBezTo>
                <a:cubicBezTo>
                  <a:pt x="1226821" y="44310"/>
                  <a:pt x="1233070" y="34252"/>
                  <a:pt x="1240994" y="25946"/>
                </a:cubicBezTo>
                <a:cubicBezTo>
                  <a:pt x="1248919" y="17640"/>
                  <a:pt x="1258063" y="11239"/>
                  <a:pt x="1268426" y="6743"/>
                </a:cubicBezTo>
                <a:cubicBezTo>
                  <a:pt x="1278790" y="2248"/>
                  <a:pt x="1289839" y="0"/>
                  <a:pt x="1301573" y="0"/>
                </a:cubicBezTo>
                <a:close/>
                <a:moveTo>
                  <a:pt x="1144221" y="0"/>
                </a:moveTo>
                <a:cubicBezTo>
                  <a:pt x="1154279" y="0"/>
                  <a:pt x="1164070" y="876"/>
                  <a:pt x="1173596" y="2629"/>
                </a:cubicBezTo>
                <a:cubicBezTo>
                  <a:pt x="1183120" y="4381"/>
                  <a:pt x="1190931" y="6477"/>
                  <a:pt x="1197027" y="8915"/>
                </a:cubicBezTo>
                <a:lnTo>
                  <a:pt x="1195884" y="44577"/>
                </a:lnTo>
                <a:cubicBezTo>
                  <a:pt x="1190398" y="42443"/>
                  <a:pt x="1184035" y="40576"/>
                  <a:pt x="1176796" y="38976"/>
                </a:cubicBezTo>
                <a:cubicBezTo>
                  <a:pt x="1169557" y="37376"/>
                  <a:pt x="1160908" y="36576"/>
                  <a:pt x="1150850" y="36576"/>
                </a:cubicBezTo>
                <a:cubicBezTo>
                  <a:pt x="1143992" y="36576"/>
                  <a:pt x="1137439" y="37833"/>
                  <a:pt x="1131190" y="40348"/>
                </a:cubicBezTo>
                <a:cubicBezTo>
                  <a:pt x="1124942" y="42862"/>
                  <a:pt x="1119455" y="46596"/>
                  <a:pt x="1114731" y="51549"/>
                </a:cubicBezTo>
                <a:cubicBezTo>
                  <a:pt x="1110007" y="56502"/>
                  <a:pt x="1106235" y="62674"/>
                  <a:pt x="1103415" y="70066"/>
                </a:cubicBezTo>
                <a:cubicBezTo>
                  <a:pt x="1100596" y="77457"/>
                  <a:pt x="1099186" y="86030"/>
                  <a:pt x="1099186" y="95783"/>
                </a:cubicBezTo>
                <a:cubicBezTo>
                  <a:pt x="1099186" y="105689"/>
                  <a:pt x="1100482" y="114338"/>
                  <a:pt x="1103072" y="121729"/>
                </a:cubicBezTo>
                <a:cubicBezTo>
                  <a:pt x="1105663" y="129121"/>
                  <a:pt x="1109168" y="135217"/>
                  <a:pt x="1113588" y="140017"/>
                </a:cubicBezTo>
                <a:cubicBezTo>
                  <a:pt x="1118008" y="144818"/>
                  <a:pt x="1123075" y="148399"/>
                  <a:pt x="1128790" y="150761"/>
                </a:cubicBezTo>
                <a:cubicBezTo>
                  <a:pt x="1134505" y="153124"/>
                  <a:pt x="1140487" y="154305"/>
                  <a:pt x="1146735" y="154305"/>
                </a:cubicBezTo>
                <a:cubicBezTo>
                  <a:pt x="1149478" y="154305"/>
                  <a:pt x="1152183" y="154190"/>
                  <a:pt x="1154850" y="153962"/>
                </a:cubicBezTo>
                <a:cubicBezTo>
                  <a:pt x="1157517" y="153733"/>
                  <a:pt x="1159841" y="153390"/>
                  <a:pt x="1161823" y="152933"/>
                </a:cubicBezTo>
                <a:lnTo>
                  <a:pt x="1161823" y="115671"/>
                </a:lnTo>
                <a:lnTo>
                  <a:pt x="1145135" y="115671"/>
                </a:lnTo>
                <a:lnTo>
                  <a:pt x="1145135" y="81153"/>
                </a:lnTo>
                <a:lnTo>
                  <a:pt x="1206857" y="81153"/>
                </a:lnTo>
                <a:lnTo>
                  <a:pt x="1206857" y="172364"/>
                </a:lnTo>
                <a:cubicBezTo>
                  <a:pt x="1199542" y="178003"/>
                  <a:pt x="1190283" y="182499"/>
                  <a:pt x="1179082" y="185852"/>
                </a:cubicBezTo>
                <a:cubicBezTo>
                  <a:pt x="1167881" y="189204"/>
                  <a:pt x="1156031" y="190881"/>
                  <a:pt x="1143535" y="190881"/>
                </a:cubicBezTo>
                <a:cubicBezTo>
                  <a:pt x="1130885" y="190881"/>
                  <a:pt x="1119112" y="188747"/>
                  <a:pt x="1108216" y="184480"/>
                </a:cubicBezTo>
                <a:cubicBezTo>
                  <a:pt x="1097319" y="180213"/>
                  <a:pt x="1087794" y="174041"/>
                  <a:pt x="1079641" y="165963"/>
                </a:cubicBezTo>
                <a:cubicBezTo>
                  <a:pt x="1071487" y="157886"/>
                  <a:pt x="1065087" y="147942"/>
                  <a:pt x="1060438" y="136131"/>
                </a:cubicBezTo>
                <a:cubicBezTo>
                  <a:pt x="1055790" y="124320"/>
                  <a:pt x="1053466" y="110871"/>
                  <a:pt x="1053466" y="95783"/>
                </a:cubicBezTo>
                <a:cubicBezTo>
                  <a:pt x="1053466" y="81762"/>
                  <a:pt x="1055638" y="68885"/>
                  <a:pt x="1059981" y="57150"/>
                </a:cubicBezTo>
                <a:cubicBezTo>
                  <a:pt x="1064325" y="45415"/>
                  <a:pt x="1070459" y="35318"/>
                  <a:pt x="1078384" y="26860"/>
                </a:cubicBezTo>
                <a:cubicBezTo>
                  <a:pt x="1086308" y="18402"/>
                  <a:pt x="1095871" y="11811"/>
                  <a:pt x="1107073" y="7086"/>
                </a:cubicBezTo>
                <a:cubicBezTo>
                  <a:pt x="1118274" y="2362"/>
                  <a:pt x="1130657" y="0"/>
                  <a:pt x="1144221" y="0"/>
                </a:cubicBezTo>
                <a:close/>
                <a:moveTo>
                  <a:pt x="958673" y="0"/>
                </a:moveTo>
                <a:cubicBezTo>
                  <a:pt x="970713" y="0"/>
                  <a:pt x="981953" y="2248"/>
                  <a:pt x="992392" y="6743"/>
                </a:cubicBezTo>
                <a:cubicBezTo>
                  <a:pt x="1002831" y="11239"/>
                  <a:pt x="1011899" y="17640"/>
                  <a:pt x="1019595" y="25946"/>
                </a:cubicBezTo>
                <a:cubicBezTo>
                  <a:pt x="1027292" y="34252"/>
                  <a:pt x="1033349" y="44310"/>
                  <a:pt x="1037769" y="56121"/>
                </a:cubicBezTo>
                <a:cubicBezTo>
                  <a:pt x="1042189" y="67932"/>
                  <a:pt x="1044398" y="81153"/>
                  <a:pt x="1044398" y="95783"/>
                </a:cubicBezTo>
                <a:cubicBezTo>
                  <a:pt x="1044398" y="110414"/>
                  <a:pt x="1042189" y="123596"/>
                  <a:pt x="1037769" y="135331"/>
                </a:cubicBezTo>
                <a:cubicBezTo>
                  <a:pt x="1033349" y="147066"/>
                  <a:pt x="1027292" y="157048"/>
                  <a:pt x="1019595" y="165278"/>
                </a:cubicBezTo>
                <a:cubicBezTo>
                  <a:pt x="1011899" y="173507"/>
                  <a:pt x="1002831" y="179832"/>
                  <a:pt x="992392" y="184251"/>
                </a:cubicBezTo>
                <a:cubicBezTo>
                  <a:pt x="981953" y="188671"/>
                  <a:pt x="970713" y="190881"/>
                  <a:pt x="958673" y="190881"/>
                </a:cubicBezTo>
                <a:cubicBezTo>
                  <a:pt x="946634" y="190881"/>
                  <a:pt x="935394" y="188671"/>
                  <a:pt x="924955" y="184251"/>
                </a:cubicBezTo>
                <a:cubicBezTo>
                  <a:pt x="914515" y="179832"/>
                  <a:pt x="905410" y="173507"/>
                  <a:pt x="897637" y="165278"/>
                </a:cubicBezTo>
                <a:cubicBezTo>
                  <a:pt x="889865" y="157048"/>
                  <a:pt x="883731" y="147066"/>
                  <a:pt x="879235" y="135331"/>
                </a:cubicBezTo>
                <a:cubicBezTo>
                  <a:pt x="874739" y="123596"/>
                  <a:pt x="872491" y="110414"/>
                  <a:pt x="872491" y="95783"/>
                </a:cubicBezTo>
                <a:cubicBezTo>
                  <a:pt x="872491" y="81153"/>
                  <a:pt x="874777" y="67932"/>
                  <a:pt x="879349" y="56121"/>
                </a:cubicBezTo>
                <a:cubicBezTo>
                  <a:pt x="883921" y="44310"/>
                  <a:pt x="890170" y="34252"/>
                  <a:pt x="898094" y="25946"/>
                </a:cubicBezTo>
                <a:cubicBezTo>
                  <a:pt x="906019" y="17640"/>
                  <a:pt x="915163" y="11239"/>
                  <a:pt x="925526" y="6743"/>
                </a:cubicBezTo>
                <a:cubicBezTo>
                  <a:pt x="935890" y="2248"/>
                  <a:pt x="946939" y="0"/>
                  <a:pt x="958673" y="0"/>
                </a:cubicBezTo>
                <a:close/>
                <a:moveTo>
                  <a:pt x="253823" y="0"/>
                </a:moveTo>
                <a:cubicBezTo>
                  <a:pt x="265863" y="0"/>
                  <a:pt x="277102" y="2248"/>
                  <a:pt x="287542" y="6743"/>
                </a:cubicBezTo>
                <a:cubicBezTo>
                  <a:pt x="297981" y="11239"/>
                  <a:pt x="307049" y="17640"/>
                  <a:pt x="314745" y="25946"/>
                </a:cubicBezTo>
                <a:cubicBezTo>
                  <a:pt x="322441" y="34252"/>
                  <a:pt x="328499" y="44310"/>
                  <a:pt x="332919" y="56121"/>
                </a:cubicBezTo>
                <a:cubicBezTo>
                  <a:pt x="337339" y="67932"/>
                  <a:pt x="339548" y="81153"/>
                  <a:pt x="339548" y="95783"/>
                </a:cubicBezTo>
                <a:cubicBezTo>
                  <a:pt x="339548" y="110414"/>
                  <a:pt x="337339" y="123596"/>
                  <a:pt x="332919" y="135331"/>
                </a:cubicBezTo>
                <a:cubicBezTo>
                  <a:pt x="328499" y="147066"/>
                  <a:pt x="322441" y="157048"/>
                  <a:pt x="314745" y="165278"/>
                </a:cubicBezTo>
                <a:cubicBezTo>
                  <a:pt x="307049" y="173507"/>
                  <a:pt x="297981" y="179832"/>
                  <a:pt x="287542" y="184251"/>
                </a:cubicBezTo>
                <a:cubicBezTo>
                  <a:pt x="277102" y="188671"/>
                  <a:pt x="265863" y="190881"/>
                  <a:pt x="253823" y="190881"/>
                </a:cubicBezTo>
                <a:cubicBezTo>
                  <a:pt x="241784" y="190881"/>
                  <a:pt x="230544" y="188671"/>
                  <a:pt x="220105" y="184251"/>
                </a:cubicBezTo>
                <a:cubicBezTo>
                  <a:pt x="209665" y="179832"/>
                  <a:pt x="200560" y="173507"/>
                  <a:pt x="192787" y="165278"/>
                </a:cubicBezTo>
                <a:cubicBezTo>
                  <a:pt x="185015" y="157048"/>
                  <a:pt x="178881" y="147066"/>
                  <a:pt x="174385" y="135331"/>
                </a:cubicBezTo>
                <a:cubicBezTo>
                  <a:pt x="169889" y="123596"/>
                  <a:pt x="167641" y="110414"/>
                  <a:pt x="167641" y="95783"/>
                </a:cubicBezTo>
                <a:cubicBezTo>
                  <a:pt x="167641" y="81153"/>
                  <a:pt x="169927" y="67932"/>
                  <a:pt x="174499" y="56121"/>
                </a:cubicBezTo>
                <a:cubicBezTo>
                  <a:pt x="179071" y="44310"/>
                  <a:pt x="185320" y="34252"/>
                  <a:pt x="193244" y="25946"/>
                </a:cubicBezTo>
                <a:cubicBezTo>
                  <a:pt x="201169" y="17640"/>
                  <a:pt x="210313" y="11239"/>
                  <a:pt x="220676" y="6743"/>
                </a:cubicBezTo>
                <a:cubicBezTo>
                  <a:pt x="231040" y="2248"/>
                  <a:pt x="242089" y="0"/>
                  <a:pt x="253823" y="0"/>
                </a:cubicBezTo>
                <a:close/>
              </a:path>
            </a:pathLst>
          </a:cu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6674"/>
              </a:solidFill>
            </a:endParaRPr>
          </a:p>
        </p:txBody>
      </p:sp>
      <p:sp>
        <p:nvSpPr>
          <p:cNvPr id="17" name="文本框 2"/>
          <p:cNvSpPr txBox="1"/>
          <p:nvPr>
            <p:custDataLst>
              <p:tags r:id="rId5"/>
            </p:custDataLst>
          </p:nvPr>
        </p:nvSpPr>
        <p:spPr>
          <a:xfrm>
            <a:off x="1068180" y="4501937"/>
            <a:ext cx="1828185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lvl="0" algn="ctr">
              <a:lnSpc>
                <a:spcPct val="100000"/>
              </a:lnSpc>
              <a:defRPr/>
            </a:pPr>
            <a:r>
              <a:rPr lang="zh-CN" altLang="en-US" sz="1800" b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汇报人：稻小壳</a:t>
            </a:r>
            <a:endParaRPr lang="en-US" altLang="zh-CN" sz="1800" b="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8" name="文本框 2"/>
          <p:cNvSpPr txBox="1"/>
          <p:nvPr>
            <p:custDataLst>
              <p:tags r:id="rId6"/>
            </p:custDataLst>
          </p:nvPr>
        </p:nvSpPr>
        <p:spPr>
          <a:xfrm>
            <a:off x="810243" y="3205349"/>
            <a:ext cx="5295382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lvl="0">
              <a:lnSpc>
                <a:spcPct val="100000"/>
              </a:lnSpc>
              <a:defRPr/>
            </a:pPr>
            <a:r>
              <a:rPr lang="zh-CN" altLang="en-US" sz="20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工作汇报</a:t>
            </a:r>
            <a:r>
              <a:rPr lang="en-US" altLang="zh-CN" sz="20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/ </a:t>
            </a:r>
            <a:r>
              <a:rPr lang="zh-CN" altLang="en-US" sz="20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年中总结</a:t>
            </a:r>
            <a:r>
              <a:rPr lang="en-US" altLang="zh-CN" sz="20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/ </a:t>
            </a:r>
            <a:r>
              <a:rPr lang="zh-CN" altLang="en-US" sz="20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总结计划</a:t>
            </a:r>
            <a:r>
              <a:rPr lang="en-US" altLang="zh-CN" sz="20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/ </a:t>
            </a:r>
            <a:r>
              <a:rPr lang="zh-CN" altLang="en-US" sz="2000" b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商</a:t>
            </a:r>
            <a:r>
              <a:rPr lang="zh-CN" altLang="en-US" sz="2000" b="0" dirty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务汇报</a:t>
            </a:r>
            <a:endParaRPr lang="zh-CN" altLang="en-US" sz="2000" b="0" dirty="0">
              <a:solidFill>
                <a:srgbClr val="286674"/>
              </a:solidFill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19" name="1"/>
          <p:cNvSpPr txBox="1">
            <a:spLocks noChangeArrowheads="1"/>
          </p:cNvSpPr>
          <p:nvPr/>
        </p:nvSpPr>
        <p:spPr bwMode="auto">
          <a:xfrm>
            <a:off x="889832" y="3711932"/>
            <a:ext cx="6463870" cy="486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</a:defRPr>
            </a:lvl9pPr>
          </a:lstStyle>
          <a:p>
            <a:pPr lvl="0" defTabSz="914400">
              <a:lnSpc>
                <a:spcPct val="150000"/>
              </a:lnSpc>
              <a:defRPr/>
            </a:pPr>
            <a:r>
              <a:rPr lang="zh-CN" altLang="en-US" sz="1100" dirty="0">
                <a:solidFill>
                  <a:srgbClr val="286674">
                    <a:alpha val="50000"/>
                  </a:srgbClr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+mn-ea"/>
                <a:sym typeface="+mn-lt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100" dirty="0">
              <a:solidFill>
                <a:srgbClr val="286674">
                  <a:alpha val="50000"/>
                </a:srgbClr>
              </a:solidFill>
              <a:latin typeface="汉仪旗黑-45S" panose="00020600040101010101" pitchFamily="18" charset="-122"/>
              <a:ea typeface="汉仪旗黑-4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1" name="文本框 2"/>
          <p:cNvSpPr txBox="1"/>
          <p:nvPr>
            <p:custDataLst>
              <p:tags r:id="rId7"/>
            </p:custDataLst>
          </p:nvPr>
        </p:nvSpPr>
        <p:spPr>
          <a:xfrm>
            <a:off x="760631" y="2067734"/>
            <a:ext cx="5487769" cy="110799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600" b="0" noProof="0" dirty="0" smtClean="0">
                <a:solidFill>
                  <a:srgbClr val="286674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+mn-ea"/>
                <a:sym typeface="+mn-lt"/>
              </a:rPr>
              <a:t>汇报完毕谢谢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srgbClr val="286674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864193" y="4559367"/>
            <a:ext cx="229143" cy="243031"/>
          </a:xfrm>
          <a:custGeom>
            <a:avLst/>
            <a:gdLst/>
            <a:ahLst/>
            <a:cxnLst/>
            <a:rect l="l" t="t" r="r" b="b"/>
            <a:pathLst>
              <a:path w="229143" h="243031">
                <a:moveTo>
                  <a:pt x="118558" y="0"/>
                </a:moveTo>
                <a:cubicBezTo>
                  <a:pt x="135360" y="0"/>
                  <a:pt x="150576" y="2572"/>
                  <a:pt x="164206" y="7716"/>
                </a:cubicBezTo>
                <a:cubicBezTo>
                  <a:pt x="177836" y="12859"/>
                  <a:pt x="189452" y="20103"/>
                  <a:pt x="199053" y="29447"/>
                </a:cubicBezTo>
                <a:cubicBezTo>
                  <a:pt x="208655" y="38791"/>
                  <a:pt x="216070" y="50107"/>
                  <a:pt x="221299" y="63394"/>
                </a:cubicBezTo>
                <a:cubicBezTo>
                  <a:pt x="226528" y="76681"/>
                  <a:pt x="229143" y="91469"/>
                  <a:pt x="229143" y="107757"/>
                </a:cubicBezTo>
                <a:cubicBezTo>
                  <a:pt x="229143" y="118387"/>
                  <a:pt x="227814" y="128416"/>
                  <a:pt x="225157" y="137846"/>
                </a:cubicBezTo>
                <a:cubicBezTo>
                  <a:pt x="222499" y="147276"/>
                  <a:pt x="218684" y="155505"/>
                  <a:pt x="213712" y="162535"/>
                </a:cubicBezTo>
                <a:cubicBezTo>
                  <a:pt x="208740" y="169564"/>
                  <a:pt x="202740" y="175137"/>
                  <a:pt x="195710" y="179251"/>
                </a:cubicBezTo>
                <a:cubicBezTo>
                  <a:pt x="188681" y="183366"/>
                  <a:pt x="180880" y="185424"/>
                  <a:pt x="172307" y="185424"/>
                </a:cubicBezTo>
                <a:cubicBezTo>
                  <a:pt x="164935" y="185424"/>
                  <a:pt x="158848" y="183752"/>
                  <a:pt x="154048" y="180409"/>
                </a:cubicBezTo>
                <a:cubicBezTo>
                  <a:pt x="149247" y="177065"/>
                  <a:pt x="145561" y="171536"/>
                  <a:pt x="142989" y="163821"/>
                </a:cubicBezTo>
                <a:cubicBezTo>
                  <a:pt x="138532" y="170679"/>
                  <a:pt x="132788" y="176079"/>
                  <a:pt x="125759" y="180023"/>
                </a:cubicBezTo>
                <a:cubicBezTo>
                  <a:pt x="118729" y="183966"/>
                  <a:pt x="110328" y="185938"/>
                  <a:pt x="100555" y="185938"/>
                </a:cubicBezTo>
                <a:cubicBezTo>
                  <a:pt x="95069" y="185938"/>
                  <a:pt x="89754" y="184781"/>
                  <a:pt x="84611" y="182466"/>
                </a:cubicBezTo>
                <a:cubicBezTo>
                  <a:pt x="79467" y="180151"/>
                  <a:pt x="74924" y="176680"/>
                  <a:pt x="70980" y="172050"/>
                </a:cubicBezTo>
                <a:cubicBezTo>
                  <a:pt x="67037" y="167421"/>
                  <a:pt x="63865" y="161549"/>
                  <a:pt x="61465" y="154434"/>
                </a:cubicBezTo>
                <a:cubicBezTo>
                  <a:pt x="59065" y="147319"/>
                  <a:pt x="57864" y="138875"/>
                  <a:pt x="57864" y="129102"/>
                </a:cubicBezTo>
                <a:cubicBezTo>
                  <a:pt x="57864" y="117615"/>
                  <a:pt x="59579" y="107114"/>
                  <a:pt x="63008" y="97598"/>
                </a:cubicBezTo>
                <a:cubicBezTo>
                  <a:pt x="66437" y="88083"/>
                  <a:pt x="71152" y="79896"/>
                  <a:pt x="77152" y="73038"/>
                </a:cubicBezTo>
                <a:cubicBezTo>
                  <a:pt x="83153" y="66180"/>
                  <a:pt x="90226" y="60865"/>
                  <a:pt x="98369" y="57093"/>
                </a:cubicBezTo>
                <a:cubicBezTo>
                  <a:pt x="106513" y="53321"/>
                  <a:pt x="115300" y="51435"/>
                  <a:pt x="124730" y="51435"/>
                </a:cubicBezTo>
                <a:cubicBezTo>
                  <a:pt x="132445" y="51435"/>
                  <a:pt x="139775" y="52678"/>
                  <a:pt x="146718" y="55164"/>
                </a:cubicBezTo>
                <a:cubicBezTo>
                  <a:pt x="153662" y="57650"/>
                  <a:pt x="159534" y="60865"/>
                  <a:pt x="164335" y="64808"/>
                </a:cubicBezTo>
                <a:lnTo>
                  <a:pt x="158163" y="141704"/>
                </a:lnTo>
                <a:cubicBezTo>
                  <a:pt x="157648" y="150105"/>
                  <a:pt x="158806" y="155934"/>
                  <a:pt x="161634" y="159192"/>
                </a:cubicBezTo>
                <a:cubicBezTo>
                  <a:pt x="164463" y="162449"/>
                  <a:pt x="167850" y="164078"/>
                  <a:pt x="171793" y="164078"/>
                </a:cubicBezTo>
                <a:cubicBezTo>
                  <a:pt x="176079" y="164078"/>
                  <a:pt x="180323" y="162792"/>
                  <a:pt x="184523" y="160220"/>
                </a:cubicBezTo>
                <a:cubicBezTo>
                  <a:pt x="188724" y="157649"/>
                  <a:pt x="192495" y="153877"/>
                  <a:pt x="195839" y="148905"/>
                </a:cubicBezTo>
                <a:cubicBezTo>
                  <a:pt x="199182" y="143933"/>
                  <a:pt x="201839" y="137889"/>
                  <a:pt x="203811" y="130774"/>
                </a:cubicBezTo>
                <a:cubicBezTo>
                  <a:pt x="205783" y="123659"/>
                  <a:pt x="206769" y="115558"/>
                  <a:pt x="206769" y="106471"/>
                </a:cubicBezTo>
                <a:cubicBezTo>
                  <a:pt x="206769" y="93783"/>
                  <a:pt x="204711" y="82211"/>
                  <a:pt x="200596" y="71752"/>
                </a:cubicBezTo>
                <a:cubicBezTo>
                  <a:pt x="196482" y="61294"/>
                  <a:pt x="190567" y="52335"/>
                  <a:pt x="182851" y="44877"/>
                </a:cubicBezTo>
                <a:cubicBezTo>
                  <a:pt x="175136" y="37419"/>
                  <a:pt x="165835" y="31633"/>
                  <a:pt x="154948" y="27518"/>
                </a:cubicBezTo>
                <a:cubicBezTo>
                  <a:pt x="144061" y="23403"/>
                  <a:pt x="131845" y="21346"/>
                  <a:pt x="118300" y="21346"/>
                </a:cubicBezTo>
                <a:cubicBezTo>
                  <a:pt x="104070" y="21346"/>
                  <a:pt x="91169" y="23875"/>
                  <a:pt x="79596" y="28933"/>
                </a:cubicBezTo>
                <a:cubicBezTo>
                  <a:pt x="68023" y="33990"/>
                  <a:pt x="58079" y="41063"/>
                  <a:pt x="49763" y="50149"/>
                </a:cubicBezTo>
                <a:cubicBezTo>
                  <a:pt x="41448" y="59236"/>
                  <a:pt x="35019" y="70081"/>
                  <a:pt x="30475" y="82682"/>
                </a:cubicBezTo>
                <a:cubicBezTo>
                  <a:pt x="25932" y="95284"/>
                  <a:pt x="23660" y="109214"/>
                  <a:pt x="23660" y="124473"/>
                </a:cubicBezTo>
                <a:cubicBezTo>
                  <a:pt x="23660" y="138703"/>
                  <a:pt x="25932" y="151691"/>
                  <a:pt x="30475" y="163435"/>
                </a:cubicBezTo>
                <a:cubicBezTo>
                  <a:pt x="35019" y="175179"/>
                  <a:pt x="41534" y="185295"/>
                  <a:pt x="50021" y="193782"/>
                </a:cubicBezTo>
                <a:cubicBezTo>
                  <a:pt x="58507" y="202268"/>
                  <a:pt x="68666" y="208869"/>
                  <a:pt x="80496" y="213584"/>
                </a:cubicBezTo>
                <a:cubicBezTo>
                  <a:pt x="92326" y="218299"/>
                  <a:pt x="105613" y="220656"/>
                  <a:pt x="120358" y="220656"/>
                </a:cubicBezTo>
                <a:cubicBezTo>
                  <a:pt x="134245" y="220656"/>
                  <a:pt x="147104" y="219456"/>
                  <a:pt x="158934" y="217056"/>
                </a:cubicBezTo>
                <a:cubicBezTo>
                  <a:pt x="170764" y="214656"/>
                  <a:pt x="180880" y="211570"/>
                  <a:pt x="189281" y="207798"/>
                </a:cubicBezTo>
                <a:lnTo>
                  <a:pt x="186195" y="230172"/>
                </a:lnTo>
                <a:cubicBezTo>
                  <a:pt x="179337" y="233430"/>
                  <a:pt x="170207" y="236387"/>
                  <a:pt x="158806" y="239044"/>
                </a:cubicBezTo>
                <a:cubicBezTo>
                  <a:pt x="147404" y="241702"/>
                  <a:pt x="134588" y="243031"/>
                  <a:pt x="120358" y="243031"/>
                </a:cubicBezTo>
                <a:cubicBezTo>
                  <a:pt x="102356" y="243031"/>
                  <a:pt x="85939" y="240116"/>
                  <a:pt x="71109" y="234287"/>
                </a:cubicBezTo>
                <a:cubicBezTo>
                  <a:pt x="56278" y="228457"/>
                  <a:pt x="43591" y="220356"/>
                  <a:pt x="33047" y="209984"/>
                </a:cubicBezTo>
                <a:cubicBezTo>
                  <a:pt x="22503" y="199611"/>
                  <a:pt x="14359" y="187181"/>
                  <a:pt x="8615" y="172693"/>
                </a:cubicBezTo>
                <a:cubicBezTo>
                  <a:pt x="2872" y="158206"/>
                  <a:pt x="0" y="142218"/>
                  <a:pt x="0" y="124730"/>
                </a:cubicBezTo>
                <a:cubicBezTo>
                  <a:pt x="0" y="107071"/>
                  <a:pt x="2829" y="90612"/>
                  <a:pt x="8487" y="75353"/>
                </a:cubicBezTo>
                <a:cubicBezTo>
                  <a:pt x="14145" y="60094"/>
                  <a:pt x="22160" y="46892"/>
                  <a:pt x="32533" y="35748"/>
                </a:cubicBezTo>
                <a:cubicBezTo>
                  <a:pt x="42905" y="24603"/>
                  <a:pt x="55378" y="15859"/>
                  <a:pt x="69952" y="9516"/>
                </a:cubicBezTo>
                <a:cubicBezTo>
                  <a:pt x="84525" y="3172"/>
                  <a:pt x="100727" y="0"/>
                  <a:pt x="118558" y="0"/>
                </a:cubicBezTo>
                <a:close/>
                <a:moveTo>
                  <a:pt x="122158" y="74324"/>
                </a:moveTo>
                <a:cubicBezTo>
                  <a:pt x="117186" y="74324"/>
                  <a:pt x="112471" y="75610"/>
                  <a:pt x="108013" y="78182"/>
                </a:cubicBezTo>
                <a:cubicBezTo>
                  <a:pt x="103556" y="80753"/>
                  <a:pt x="99655" y="84397"/>
                  <a:pt x="96312" y="89111"/>
                </a:cubicBezTo>
                <a:cubicBezTo>
                  <a:pt x="92969" y="93826"/>
                  <a:pt x="90268" y="99527"/>
                  <a:pt x="88211" y="106214"/>
                </a:cubicBezTo>
                <a:cubicBezTo>
                  <a:pt x="86154" y="112900"/>
                  <a:pt x="85125" y="120273"/>
                  <a:pt x="85125" y="128331"/>
                </a:cubicBezTo>
                <a:cubicBezTo>
                  <a:pt x="85125" y="135017"/>
                  <a:pt x="85811" y="140589"/>
                  <a:pt x="87182" y="145047"/>
                </a:cubicBezTo>
                <a:cubicBezTo>
                  <a:pt x="88554" y="149505"/>
                  <a:pt x="90268" y="153105"/>
                  <a:pt x="92326" y="155848"/>
                </a:cubicBezTo>
                <a:cubicBezTo>
                  <a:pt x="94383" y="158592"/>
                  <a:pt x="96698" y="160563"/>
                  <a:pt x="99270" y="161763"/>
                </a:cubicBezTo>
                <a:cubicBezTo>
                  <a:pt x="101841" y="162964"/>
                  <a:pt x="104413" y="163564"/>
                  <a:pt x="106985" y="163564"/>
                </a:cubicBezTo>
                <a:cubicBezTo>
                  <a:pt x="111785" y="163564"/>
                  <a:pt x="116586" y="162063"/>
                  <a:pt x="121387" y="159063"/>
                </a:cubicBezTo>
                <a:cubicBezTo>
                  <a:pt x="126187" y="156063"/>
                  <a:pt x="130045" y="151819"/>
                  <a:pt x="132959" y="146333"/>
                </a:cubicBezTo>
                <a:lnTo>
                  <a:pt x="138617" y="78182"/>
                </a:lnTo>
                <a:cubicBezTo>
                  <a:pt x="136560" y="76981"/>
                  <a:pt x="134031" y="76038"/>
                  <a:pt x="131031" y="75353"/>
                </a:cubicBezTo>
                <a:cubicBezTo>
                  <a:pt x="128030" y="74667"/>
                  <a:pt x="125073" y="74324"/>
                  <a:pt x="122158" y="74324"/>
                </a:cubicBezTo>
                <a:close/>
              </a:path>
            </a:pathLst>
          </a:custGeom>
          <a:solidFill>
            <a:srgbClr val="286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/>
        </p:nvGrpSpPr>
        <p:grpSpPr>
          <a:xfrm>
            <a:off x="1263650" y="2287270"/>
            <a:ext cx="4060825" cy="640080"/>
            <a:chOff x="1022" y="3613"/>
            <a:chExt cx="6395" cy="1008"/>
          </a:xfrm>
        </p:grpSpPr>
        <p:sp>
          <p:nvSpPr>
            <p:cNvPr id="18" name="文本框 17"/>
            <p:cNvSpPr txBox="1"/>
            <p:nvPr/>
          </p:nvSpPr>
          <p:spPr>
            <a:xfrm>
              <a:off x="1051" y="3613"/>
              <a:ext cx="1702" cy="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</a:rPr>
                <a:t>中文｜字体名称</a:t>
              </a:r>
              <a:endPara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22" y="3992"/>
              <a:ext cx="49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雅酷黑 65W" panose="020B0604020202020204" pitchFamily="34" charset="-122"/>
                  <a:ea typeface="汉仪雅酷黑 65W" panose="020B0604020202020204" pitchFamily="34" charset="-122"/>
                  <a:cs typeface="汉仪旗黑-45S" panose="00020600040101010101" pitchFamily="18" charset="-122"/>
                  <a:sym typeface="+mn-ea"/>
                </a:rPr>
                <a:t>汉仪</a:t>
              </a:r>
              <a:r>
                <a:rPr lang="zh-CN" altLang="en-US" sz="2000" dirty="0">
                  <a:solidFill>
                    <a:srgbClr val="222222"/>
                  </a:solidFill>
                  <a:latin typeface="汉仪雅酷黑 65W" panose="020B0604020202020204" pitchFamily="34" charset="-122"/>
                  <a:ea typeface="汉仪雅酷黑 65W" panose="020B0604020202020204" pitchFamily="34" charset="-122"/>
                  <a:cs typeface="汉仪旗黑-45S" panose="00020600040101010101" pitchFamily="18" charset="-122"/>
                  <a:sym typeface="+mn-ea"/>
                </a:rPr>
                <a:t>雅酷黑</a:t>
              </a:r>
              <a:r>
                <a:rPr lang="en-US" altLang="zh-CN" sz="2000" dirty="0" smtClean="0">
                  <a:solidFill>
                    <a:srgbClr val="222222"/>
                  </a:solidFill>
                  <a:latin typeface="汉仪雅酷黑 65W" panose="020B0604020202020204" pitchFamily="34" charset="-122"/>
                  <a:ea typeface="汉仪雅酷黑 65W" panose="020B0604020202020204" pitchFamily="34" charset="-122"/>
                  <a:cs typeface="汉仪旗黑-45S" panose="00020600040101010101" pitchFamily="18" charset="-122"/>
                  <a:sym typeface="+mn-ea"/>
                </a:rPr>
                <a:t>6</a:t>
              </a:r>
              <a:r>
                <a:rPr kumimoji="0" lang="en-US" altLang="zh-CN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雅酷黑 65W" panose="020B0604020202020204" pitchFamily="34" charset="-122"/>
                  <a:ea typeface="汉仪雅酷黑 65W" panose="020B0604020202020204" pitchFamily="34" charset="-122"/>
                  <a:cs typeface="汉仪旗黑-45S" panose="00020600040101010101" pitchFamily="18" charset="-122"/>
                  <a:sym typeface="+mn-ea"/>
                </a:rPr>
                <a:t>5W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cs typeface="汉仪旗黑-45S" panose="00020600040101010101" pitchFamily="18" charset="-122"/>
                <a:sym typeface="+mn-ea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1182" y="4621"/>
              <a:ext cx="6235" cy="0"/>
            </a:xfrm>
            <a:prstGeom prst="line">
              <a:avLst/>
            </a:prstGeom>
            <a:ln w="9525">
              <a:solidFill>
                <a:srgbClr val="222222">
                  <a:alpha val="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1263650" y="3149600"/>
            <a:ext cx="4069715" cy="638810"/>
            <a:chOff x="1163" y="3615"/>
            <a:chExt cx="6409" cy="1006"/>
          </a:xfrm>
        </p:grpSpPr>
        <p:sp>
          <p:nvSpPr>
            <p:cNvPr id="31" name="文本框 30"/>
            <p:cNvSpPr txBox="1"/>
            <p:nvPr/>
          </p:nvSpPr>
          <p:spPr>
            <a:xfrm>
              <a:off x="1193" y="3615"/>
              <a:ext cx="228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</a:rPr>
                <a:t>中文｜字体名称</a:t>
              </a:r>
              <a:endPara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163" y="3992"/>
              <a:ext cx="49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汉仪旗黑</a:t>
              </a:r>
              <a:r>
                <a:rPr kumimoji="0" lang="en-US" altLang="zh-CN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-45S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  <a:sym typeface="+mn-ea"/>
              </a:endParaRP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1323" y="4621"/>
              <a:ext cx="6249" cy="0"/>
            </a:xfrm>
            <a:prstGeom prst="line">
              <a:avLst/>
            </a:prstGeom>
            <a:ln w="9525">
              <a:solidFill>
                <a:srgbClr val="222222">
                  <a:alpha val="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0" y="546735"/>
            <a:ext cx="7230745" cy="467995"/>
            <a:chOff x="0" y="861"/>
            <a:chExt cx="11387" cy="737"/>
          </a:xfrm>
        </p:grpSpPr>
        <p:sp>
          <p:nvSpPr>
            <p:cNvPr id="12" name="矩形 11"/>
            <p:cNvSpPr/>
            <p:nvPr/>
          </p:nvSpPr>
          <p:spPr>
            <a:xfrm>
              <a:off x="0" y="861"/>
              <a:ext cx="170" cy="737"/>
            </a:xfrm>
            <a:prstGeom prst="rect">
              <a:avLst/>
            </a:prstGeom>
            <a:solidFill>
              <a:srgbClr val="FF28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66" y="869"/>
              <a:ext cx="6175" cy="72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</a:rPr>
                <a:t>稻壳儿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</a:rPr>
                <a:t>PPT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</a:rPr>
                <a:t>模板使用说明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474" y="1013"/>
              <a:ext cx="591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</a:rPr>
                <a:t>（本页为说明页，用户使用模板时可删除本页内容）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265555" y="1397000"/>
            <a:ext cx="2066925" cy="645160"/>
            <a:chOff x="1166" y="2210"/>
            <a:chExt cx="3255" cy="1016"/>
          </a:xfrm>
        </p:grpSpPr>
        <p:sp>
          <p:nvSpPr>
            <p:cNvPr id="17" name="文本框 16"/>
            <p:cNvSpPr txBox="1"/>
            <p:nvPr/>
          </p:nvSpPr>
          <p:spPr>
            <a:xfrm>
              <a:off x="1166" y="2210"/>
              <a:ext cx="155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FF2832"/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</a:rPr>
                <a:t>01</a:t>
              </a: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2832"/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135" y="2404"/>
              <a:ext cx="228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</a:rPr>
                <a:t>字体说明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</a:endParaRPr>
            </a:p>
          </p:txBody>
        </p:sp>
      </p:grpSp>
      <p:cxnSp>
        <p:nvCxnSpPr>
          <p:cNvPr id="57" name="直接连接符 56"/>
          <p:cNvCxnSpPr/>
          <p:nvPr/>
        </p:nvCxnSpPr>
        <p:spPr>
          <a:xfrm>
            <a:off x="6096000" y="2048510"/>
            <a:ext cx="0" cy="4320000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组合 61"/>
          <p:cNvGrpSpPr/>
          <p:nvPr/>
        </p:nvGrpSpPr>
        <p:grpSpPr>
          <a:xfrm>
            <a:off x="6727190" y="1419860"/>
            <a:ext cx="2101215" cy="645160"/>
            <a:chOff x="1213" y="2210"/>
            <a:chExt cx="3309" cy="1016"/>
          </a:xfrm>
        </p:grpSpPr>
        <p:sp>
          <p:nvSpPr>
            <p:cNvPr id="63" name="文本框 62"/>
            <p:cNvSpPr txBox="1"/>
            <p:nvPr/>
          </p:nvSpPr>
          <p:spPr>
            <a:xfrm>
              <a:off x="1213" y="2210"/>
              <a:ext cx="155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FF2832"/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</a:rPr>
                <a:t>02</a:t>
              </a: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2832"/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2236" y="2404"/>
              <a:ext cx="228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</a:rPr>
                <a:t>素材说明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6727190" y="2266950"/>
            <a:ext cx="3959860" cy="733425"/>
            <a:chOff x="7197" y="3533"/>
            <a:chExt cx="6236" cy="1155"/>
          </a:xfrm>
        </p:grpSpPr>
        <p:sp>
          <p:nvSpPr>
            <p:cNvPr id="68" name="文本框 67"/>
            <p:cNvSpPr txBox="1"/>
            <p:nvPr/>
          </p:nvSpPr>
          <p:spPr>
            <a:xfrm>
              <a:off x="7197" y="3533"/>
              <a:ext cx="12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</a:rPr>
                <a:t>图片：</a:t>
              </a:r>
              <a:endPara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7197" y="3977"/>
              <a:ext cx="6236" cy="7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模板中使用的图片来源于</a:t>
              </a: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【 </a:t>
              </a:r>
              <a:r>
                <a:rPr kumimoji="0" lang="en-US" altLang="zh-CN" sz="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Pexels </a:t>
              </a: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】</a:t>
              </a: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，该图片具有</a:t>
              </a: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CC0</a:t>
              </a: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共享协议，您可在遵循</a:t>
              </a: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CC0</a:t>
              </a: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共享协议的情况下使用。</a:t>
              </a:r>
              <a:endPara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  <a:sym typeface="+mn-ea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6727190" y="3163570"/>
            <a:ext cx="3959860" cy="676275"/>
            <a:chOff x="7197" y="4715"/>
            <a:chExt cx="6236" cy="1065"/>
          </a:xfrm>
        </p:grpSpPr>
        <p:sp>
          <p:nvSpPr>
            <p:cNvPr id="75" name="文本框 74"/>
            <p:cNvSpPr txBox="1"/>
            <p:nvPr/>
          </p:nvSpPr>
          <p:spPr>
            <a:xfrm>
              <a:off x="7197" y="4715"/>
              <a:ext cx="12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</a:rPr>
                <a:t>素材：</a:t>
              </a:r>
              <a:endPara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197" y="5101"/>
              <a:ext cx="6236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ts val="1400"/>
                </a:lnSpc>
                <a:defRPr/>
              </a:pP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模板中使用的素材来源于</a:t>
              </a:r>
              <a:r>
                <a:rPr lang="en-US" altLang="zh-CN" sz="800" dirty="0">
                  <a:solidFill>
                    <a:srgbClr val="222222">
                      <a:alpha val="60000"/>
                    </a:srgbClr>
                  </a:solidFill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【freepik】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，该素材具有</a:t>
              </a:r>
              <a:r>
                <a:rPr lang="en-US" altLang="zh-CN" sz="800" dirty="0">
                  <a:solidFill>
                    <a:srgbClr val="222222">
                      <a:alpha val="60000"/>
                    </a:srgbClr>
                  </a:solidFill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CC0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共享协议，您可在遵循</a:t>
              </a:r>
              <a:r>
                <a:rPr lang="en-US" altLang="zh-CN" sz="800" dirty="0">
                  <a:solidFill>
                    <a:srgbClr val="222222">
                      <a:alpha val="60000"/>
                    </a:srgbClr>
                  </a:solidFill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CC0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汉仪旗黑-45S" panose="00020600040101010101" pitchFamily="18" charset="-122"/>
                  <a:ea typeface="汉仪旗黑-45S" panose="00020600040101010101" pitchFamily="18" charset="-122"/>
                  <a:cs typeface="汉仪旗黑-45S" panose="00020600040101010101" pitchFamily="18" charset="-122"/>
                  <a:sym typeface="+mn-ea"/>
                </a:rPr>
                <a:t>共享协议的情况下使用。</a:t>
              </a:r>
              <a:endParaRPr lang="zh-CN" altLang="en-US" sz="800" dirty="0">
                <a:solidFill>
                  <a:srgbClr val="222222">
                    <a:alpha val="60000"/>
                  </a:srgbClr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254760" y="5792470"/>
            <a:ext cx="406971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</a:rPr>
              <a:t>【说明】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222222">
                  <a:alpha val="60000"/>
                </a:srgbClr>
              </a:solidFill>
              <a:effectLst/>
              <a:uLnTx/>
              <a:uFillTx/>
              <a:latin typeface="汉仪旗黑-45S" panose="00020600040101010101" pitchFamily="18" charset="-122"/>
              <a:ea typeface="汉仪旗黑-45S" panose="00020600040101010101" pitchFamily="18" charset="-122"/>
              <a:cs typeface="汉仪旗黑-45S" panose="00020600040101010101" pitchFamily="18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kumimoji="0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  <a:sym typeface="汉仪旗黑-45S" panose="00020600040101010101" pitchFamily="18" charset="-122"/>
              </a:rPr>
              <a:t>模板中使用的字体为【</a:t>
            </a:r>
            <a:r>
              <a:rPr kumimoji="0" lang="zh-CN" alt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  <a:sym typeface="+mn-ea"/>
              </a:rPr>
              <a:t>汉仪雅酷黑</a:t>
            </a:r>
            <a:r>
              <a:rPr kumimoji="0" lang="en-US" altLang="zh-CN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  <a:sym typeface="+mn-ea"/>
              </a:rPr>
              <a:t>65W</a:t>
            </a:r>
            <a:r>
              <a:rPr kumimoji="0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  <a:sym typeface="汉仪旗黑-45S" panose="00020600040101010101" pitchFamily="18" charset="-122"/>
              </a:rPr>
              <a:t>】</a:t>
            </a:r>
            <a:r>
              <a:rPr kumimoji="0" lang="en-US" altLang="zh-CN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  <a:sym typeface="+mn-ea"/>
              </a:rPr>
              <a:t>【</a:t>
            </a: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  <a:sym typeface="+mn-ea"/>
              </a:rPr>
              <a:t>汉仪旗黑</a:t>
            </a:r>
            <a:r>
              <a:rPr lang="en-US" altLang="zh-CN" sz="700" dirty="0">
                <a:solidFill>
                  <a:srgbClr val="222222">
                    <a:alpha val="60000"/>
                  </a:srgbClr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  <a:sym typeface="+mn-ea"/>
              </a:rPr>
              <a:t>-</a:t>
            </a:r>
            <a:r>
              <a:rPr lang="en-US" altLang="zh-CN" sz="700" dirty="0" smtClean="0">
                <a:solidFill>
                  <a:srgbClr val="222222">
                    <a:alpha val="60000"/>
                  </a:srgbClr>
                </a:solidFill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  <a:sym typeface="+mn-ea"/>
              </a:rPr>
              <a:t>45S</a:t>
            </a:r>
            <a:r>
              <a:rPr kumimoji="0" lang="en-US" altLang="zh-CN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  <a:sym typeface="+mn-ea"/>
              </a:rPr>
              <a:t>】</a:t>
            </a:r>
            <a:r>
              <a:rPr kumimoji="0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  <a:sym typeface="汉仪旗黑-45S" panose="00020600040101010101" pitchFamily="18" charset="-122"/>
              </a:rPr>
              <a:t>，仅限于个人学习、研究或欣赏目的使用</a:t>
            </a:r>
            <a:r>
              <a:rPr kumimoji="0" lang="zh-CN" alt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  <a:sym typeface="+mn-ea"/>
              </a:rPr>
              <a:t>，</a:t>
            </a:r>
            <a:r>
              <a:rPr kumimoji="0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旗黑-45S" panose="00020600040101010101" pitchFamily="18" charset="-122"/>
                <a:ea typeface="汉仪旗黑-45S" panose="00020600040101010101" pitchFamily="18" charset="-122"/>
                <a:cs typeface="汉仪旗黑-45S" panose="00020600040101010101" pitchFamily="18" charset="-122"/>
                <a:sym typeface="汉仪旗黑-45S" panose="00020600040101010101" pitchFamily="18" charset="-122"/>
              </a:rPr>
              <a:t>如需商用请您自行向版权方购买、获取商用版权。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rgbClr val="222222">
                  <a:alpha val="60000"/>
                </a:srgbClr>
              </a:solidFill>
              <a:effectLst/>
              <a:uLnTx/>
              <a:uFillTx/>
              <a:latin typeface="汉仪旗黑-45S" panose="00020600040101010101" pitchFamily="18" charset="-122"/>
              <a:ea typeface="汉仪旗黑-45S" panose="00020600040101010101" pitchFamily="18" charset="-122"/>
              <a:cs typeface="汉仪旗黑-45S" panose="00020600040101010101" pitchFamily="18" charset="-122"/>
              <a:sym typeface="汉仪旗黑-45S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4.1.3"/>
</p:tagLst>
</file>

<file path=ppt/tags/tag2.xml><?xml version="1.0" encoding="utf-8"?>
<p:tagLst xmlns:p="http://schemas.openxmlformats.org/presentationml/2006/main">
  <p:tag name="PA" val="v4.1.3"/>
</p:tagLst>
</file>

<file path=ppt/tags/tag3.xml><?xml version="1.0" encoding="utf-8"?>
<p:tagLst xmlns:p="http://schemas.openxmlformats.org/presentationml/2006/main">
  <p:tag name="PA" val="v4.1.3"/>
</p:tagLst>
</file>

<file path=ppt/tags/tag4.xml><?xml version="1.0" encoding="utf-8"?>
<p:tagLst xmlns:p="http://schemas.openxmlformats.org/presentationml/2006/main">
  <p:tag name="PA" val="v4.1.3"/>
</p:tagLst>
</file>

<file path=ppt/tags/tag5.xml><?xml version="1.0" encoding="utf-8"?>
<p:tagLst xmlns:p="http://schemas.openxmlformats.org/presentationml/2006/main">
  <p:tag name="PA" val="v4.1.3"/>
</p:tagLst>
</file>

<file path=ppt/tags/tag6.xml><?xml version="1.0" encoding="utf-8"?>
<p:tagLst xmlns:p="http://schemas.openxmlformats.org/presentationml/2006/main">
  <p:tag name="PA" val="v4.1.3"/>
</p:tagLst>
</file>

<file path=ppt/tags/tag7.xml><?xml version="1.0" encoding="utf-8"?>
<p:tagLst xmlns:p="http://schemas.openxmlformats.org/presentationml/2006/main">
  <p:tag name="PA" val="v4.1.3"/>
</p:tagLst>
</file>

<file path=ppt/tags/tag8.xml><?xml version="1.0" encoding="utf-8"?>
<p:tagLst xmlns:p="http://schemas.openxmlformats.org/presentationml/2006/main">
  <p:tag name="PA" val="v4.1.3"/>
</p:tagLst>
</file>

<file path=ppt/tags/tag9.xml><?xml version="1.0" encoding="utf-8"?>
<p:tagLst xmlns:p="http://schemas.openxmlformats.org/presentationml/2006/main">
  <p:tag name="PA" val="v4.1.3"/>
</p:tagLst>
</file>

<file path=ppt/tags/tag10.xml><?xml version="1.0" encoding="utf-8"?>
<p:tagLst xmlns:p="http://schemas.openxmlformats.org/presentationml/2006/main">
  <p:tag name="PA" val="v4.1.3"/>
</p:tagLst>
</file>

<file path=ppt/tags/tag11.xml><?xml version="1.0" encoding="utf-8"?>
<p:tagLst xmlns:p="http://schemas.openxmlformats.org/presentationml/2006/main">
  <p:tag name="PA" val="v4.1.3"/>
</p:tagLst>
</file>

<file path=ppt/tags/tag12.xml><?xml version="1.0" encoding="utf-8"?>
<p:tagLst xmlns:p="http://schemas.openxmlformats.org/presentationml/2006/main">
  <p:tag name="PA" val="v4.1.3"/>
</p:tagLst>
</file>

<file path=ppt/tags/tag13.xml><?xml version="1.0" encoding="utf-8"?>
<p:tagLst xmlns:p="http://schemas.openxmlformats.org/presentationml/2006/main">
  <p:tag name="PA" val="v4.1.3"/>
</p:tagLst>
</file>

<file path=ppt/tags/tag14.xml><?xml version="1.0" encoding="utf-8"?>
<p:tagLst xmlns:p="http://schemas.openxmlformats.org/presentationml/2006/main">
  <p:tag name="PA" val="v4.1.3"/>
</p:tagLst>
</file>

<file path=ppt/tags/tag15.xml><?xml version="1.0" encoding="utf-8"?>
<p:tagLst xmlns:p="http://schemas.openxmlformats.org/presentationml/2006/main">
  <p:tag name="PA" val="v4.1.3"/>
</p:tagLst>
</file>

<file path=ppt/tags/tag16.xml><?xml version="1.0" encoding="utf-8"?>
<p:tagLst xmlns:p="http://schemas.openxmlformats.org/presentationml/2006/main">
  <p:tag name="PA" val="v4.1.3"/>
</p:tagLst>
</file>

<file path=ppt/tags/tag17.xml><?xml version="1.0" encoding="utf-8"?>
<p:tagLst xmlns:p="http://schemas.openxmlformats.org/presentationml/2006/main">
  <p:tag name="PA" val="v4.1.3"/>
</p:tagLst>
</file>

<file path=ppt/tags/tag18.xml><?xml version="1.0" encoding="utf-8"?>
<p:tagLst xmlns:p="http://schemas.openxmlformats.org/presentationml/2006/main">
  <p:tag name="PA" val="v4.1.3"/>
</p:tagLst>
</file>

<file path=ppt/tags/tag19.xml><?xml version="1.0" encoding="utf-8"?>
<p:tagLst xmlns:p="http://schemas.openxmlformats.org/presentationml/2006/main">
  <p:tag name="PA" val="v4.1.3"/>
</p:tagLst>
</file>

<file path=ppt/tags/tag20.xml><?xml version="1.0" encoding="utf-8"?>
<p:tagLst xmlns:p="http://schemas.openxmlformats.org/presentationml/2006/main">
  <p:tag name="PA" val="v4.1.3"/>
</p:tagLst>
</file>

<file path=ppt/tags/tag21.xml><?xml version="1.0" encoding="utf-8"?>
<p:tagLst xmlns:p="http://schemas.openxmlformats.org/presentationml/2006/main">
  <p:tag name="PA" val="v4.1.3"/>
</p:tagLst>
</file>

<file path=ppt/tags/tag22.xml><?xml version="1.0" encoding="utf-8"?>
<p:tagLst xmlns:p="http://schemas.openxmlformats.org/presentationml/2006/main">
  <p:tag name="PA" val="v4.1.3"/>
</p:tagLst>
</file>

<file path=ppt/tags/tag23.xml><?xml version="1.0" encoding="utf-8"?>
<p:tagLst xmlns:p="http://schemas.openxmlformats.org/presentationml/2006/main">
  <p:tag name="PA" val="v4.1.3"/>
</p:tagLst>
</file>

<file path=ppt/tags/tag24.xml><?xml version="1.0" encoding="utf-8"?>
<p:tagLst xmlns:p="http://schemas.openxmlformats.org/presentationml/2006/main">
  <p:tag name="PA" val="v4.1.3"/>
</p:tagLst>
</file>

<file path=ppt/tags/tag25.xml><?xml version="1.0" encoding="utf-8"?>
<p:tagLst xmlns:p="http://schemas.openxmlformats.org/presentationml/2006/main">
  <p:tag name="PA" val="v4.1.3"/>
</p:tagLst>
</file>

<file path=ppt/tags/tag26.xml><?xml version="1.0" encoding="utf-8"?>
<p:tagLst xmlns:p="http://schemas.openxmlformats.org/presentationml/2006/main">
  <p:tag name="PA" val="v4.1.3"/>
</p:tagLst>
</file>

<file path=ppt/tags/tag27.xml><?xml version="1.0" encoding="utf-8"?>
<p:tagLst xmlns:p="http://schemas.openxmlformats.org/presentationml/2006/main">
  <p:tag name="PA" val="v4.1.3"/>
</p:tagLst>
</file>

<file path=ppt/tags/tag28.xml><?xml version="1.0" encoding="utf-8"?>
<p:tagLst xmlns:p="http://schemas.openxmlformats.org/presentationml/2006/main">
  <p:tag name="PA" val="v4.1.3"/>
</p:tagLst>
</file>

<file path=ppt/tags/tag29.xml><?xml version="1.0" encoding="utf-8"?>
<p:tagLst xmlns:p="http://schemas.openxmlformats.org/presentationml/2006/main">
  <p:tag name="PA" val="v4.1.3"/>
</p:tagLst>
</file>

<file path=ppt/tags/tag30.xml><?xml version="1.0" encoding="utf-8"?>
<p:tagLst xmlns:p="http://schemas.openxmlformats.org/presentationml/2006/main">
  <p:tag name="PA" val="v4.1.3"/>
</p:tagLst>
</file>

<file path=ppt/tags/tag31.xml><?xml version="1.0" encoding="utf-8"?>
<p:tagLst xmlns:p="http://schemas.openxmlformats.org/presentationml/2006/main">
  <p:tag name="PA" val="v4.1.3"/>
</p:tagLst>
</file>

<file path=ppt/tags/tag32.xml><?xml version="1.0" encoding="utf-8"?>
<p:tagLst xmlns:p="http://schemas.openxmlformats.org/presentationml/2006/main">
  <p:tag name="PA" val="v4.1.3"/>
</p:tagLst>
</file>

<file path=ppt/tags/tag33.xml><?xml version="1.0" encoding="utf-8"?>
<p:tagLst xmlns:p="http://schemas.openxmlformats.org/presentationml/2006/main">
  <p:tag name="PA" val="v4.1.3"/>
</p:tagLst>
</file>

<file path=ppt/tags/tag34.xml><?xml version="1.0" encoding="utf-8"?>
<p:tagLst xmlns:p="http://schemas.openxmlformats.org/presentationml/2006/main">
  <p:tag name="PA" val="v4.1.3"/>
</p:tagLst>
</file>

<file path=ppt/tags/tag35.xml><?xml version="1.0" encoding="utf-8"?>
<p:tagLst xmlns:p="http://schemas.openxmlformats.org/presentationml/2006/main">
  <p:tag name="PA" val="v4.1.3"/>
</p:tagLst>
</file>

<file path=ppt/tags/tag36.xml><?xml version="1.0" encoding="utf-8"?>
<p:tagLst xmlns:p="http://schemas.openxmlformats.org/presentationml/2006/main">
  <p:tag name="PA" val="v4.1.3"/>
</p:tagLst>
</file>

<file path=ppt/tags/tag37.xml><?xml version="1.0" encoding="utf-8"?>
<p:tagLst xmlns:p="http://schemas.openxmlformats.org/presentationml/2006/main">
  <p:tag name="PA" val="v4.1.3"/>
</p:tagLst>
</file>

<file path=ppt/tags/tag38.xml><?xml version="1.0" encoding="utf-8"?>
<p:tagLst xmlns:p="http://schemas.openxmlformats.org/presentationml/2006/main">
  <p:tag name="PA" val="v4.1.3"/>
</p:tagLst>
</file>

<file path=ppt/tags/tag39.xml><?xml version="1.0" encoding="utf-8"?>
<p:tagLst xmlns:p="http://schemas.openxmlformats.org/presentationml/2006/main">
  <p:tag name="PA" val="v4.1.3"/>
</p:tagLst>
</file>

<file path=ppt/tags/tag40.xml><?xml version="1.0" encoding="utf-8"?>
<p:tagLst xmlns:p="http://schemas.openxmlformats.org/presentationml/2006/main">
  <p:tag name="PA" val="v4.1.3"/>
</p:tagLst>
</file>

<file path=ppt/tags/tag41.xml><?xml version="1.0" encoding="utf-8"?>
<p:tagLst xmlns:p="http://schemas.openxmlformats.org/presentationml/2006/main">
  <p:tag name="PA" val="v4.1.3"/>
</p:tagLst>
</file>

<file path=ppt/tags/tag42.xml><?xml version="1.0" encoding="utf-8"?>
<p:tagLst xmlns:p="http://schemas.openxmlformats.org/presentationml/2006/main">
  <p:tag name="PA" val="v4.1.3"/>
</p:tagLst>
</file>

<file path=ppt/tags/tag43.xml><?xml version="1.0" encoding="utf-8"?>
<p:tagLst xmlns:p="http://schemas.openxmlformats.org/presentationml/2006/main">
  <p:tag name="PA" val="v4.1.3"/>
</p:tagLst>
</file>

<file path=ppt/tags/tag44.xml><?xml version="1.0" encoding="utf-8"?>
<p:tagLst xmlns:p="http://schemas.openxmlformats.org/presentationml/2006/main">
  <p:tag name="PA" val="v4.1.3"/>
</p:tagLst>
</file>

<file path=ppt/tags/tag45.xml><?xml version="1.0" encoding="utf-8"?>
<p:tagLst xmlns:p="http://schemas.openxmlformats.org/presentationml/2006/main">
  <p:tag name="PA" val="v4.1.3"/>
</p:tagLst>
</file>

<file path=ppt/tags/tag46.xml><?xml version="1.0" encoding="utf-8"?>
<p:tagLst xmlns:p="http://schemas.openxmlformats.org/presentationml/2006/main">
  <p:tag name="PA" val="v4.1.3"/>
</p:tagLst>
</file>

<file path=ppt/tags/tag47.xml><?xml version="1.0" encoding="utf-8"?>
<p:tagLst xmlns:p="http://schemas.openxmlformats.org/presentationml/2006/main">
  <p:tag name="COMMONDATA" val="eyJoZGlkIjoiMWI3NzU0YmMwY2RkMTI0MjUyNzEyZDk5MjllZWUzNT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旗黑-45S"/>
        <a:ea typeface=""/>
        <a:cs typeface=""/>
        <a:font script="Jpan" typeface="游ゴシック Light"/>
        <a:font script="Hang" typeface="맑은 고딕"/>
        <a:font script="Hans" typeface="汉仪旗黑-45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45S"/>
        <a:ea typeface=""/>
        <a:cs typeface=""/>
        <a:font script="Jpan" typeface="游ゴシック"/>
        <a:font script="Hang" typeface="맑은 고딕"/>
        <a:font script="Hans" typeface="汉仪旗黑-45S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旗黑-45S"/>
        <a:ea typeface=""/>
        <a:cs typeface=""/>
        <a:font script="Jpan" typeface="游ゴシック Light"/>
        <a:font script="Hang" typeface="맑은 고딕"/>
        <a:font script="Hans" typeface="汉仪旗黑-45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45S"/>
        <a:ea typeface=""/>
        <a:cs typeface=""/>
        <a:font script="Jpan" typeface="游ゴシック"/>
        <a:font script="Hang" typeface="맑은 고딕"/>
        <a:font script="Hans" typeface="汉仪旗黑-45S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45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45S"/>
        <a:ea typeface=""/>
        <a:cs typeface=""/>
        <a:font script="Jpan" typeface="ＭＳ Ｐゴシック"/>
        <a:font script="Hang" typeface="맑은 고딕"/>
        <a:font script="Hans" typeface="汉仪旗黑-45S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3663</Words>
  <Application>WPS 文字</Application>
  <PresentationFormat>宽屏</PresentationFormat>
  <Paragraphs>328</Paragraphs>
  <Slides>21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Arial</vt:lpstr>
      <vt:lpstr>宋体</vt:lpstr>
      <vt:lpstr>Wingdings</vt:lpstr>
      <vt:lpstr>汉仪旗黑-45S</vt:lpstr>
      <vt:lpstr>汉仪中黑KW</vt:lpstr>
      <vt:lpstr>Arial</vt:lpstr>
      <vt:lpstr>微软雅黑</vt:lpstr>
      <vt:lpstr>汉仪雅酷黑 65W</vt:lpstr>
      <vt:lpstr>汉仪旗黑</vt:lpstr>
      <vt:lpstr>汉仪书宋二KW</vt:lpstr>
      <vt:lpstr>宋体</vt:lpstr>
      <vt:lpstr>Arial Unicode MS</vt:lpstr>
      <vt:lpstr>汉仪旗黑-45S</vt:lpstr>
      <vt:lpstr>汉仪雅酷黑 65W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骆可可</dc:creator>
  <cp:lastModifiedBy>不贰过</cp:lastModifiedBy>
  <cp:revision>115</cp:revision>
  <dcterms:created xsi:type="dcterms:W3CDTF">2026-07-15T06:20:14Z</dcterms:created>
  <dcterms:modified xsi:type="dcterms:W3CDTF">2026-07-15T06:20:14Z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0E6A6EC2E91E4E8F9826576A9EE30E1A_41</vt:lpwstr>
  </property>
  <property fmtid="{D5CDD505-2E9C-101B-9397-08002B2CF9AE}" pid="3" name="KSOProductBuildVer">
    <vt:lpwstr>2052-12.1.26026.26026</vt:lpwstr>
  </property>
  <property fmtid="{D5CDD505-2E9C-101B-9397-08002B2CF9AE}" pid="4" name="KSOTemplateUUID">
    <vt:lpwstr>v1.0_mb_jXhEOrOtRTm3mNS+nGxWNg==</vt:lpwstr>
  </property>
</Properties>
</file>